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  <p:sldId id="462" r:id="rId214"/>
    <p:sldId id="463" r:id="rId215"/>
    <p:sldId id="464" r:id="rId216"/>
    <p:sldId id="465" r:id="rId217"/>
    <p:sldId id="466" r:id="rId218"/>
    <p:sldId id="467" r:id="rId219"/>
    <p:sldId id="468" r:id="rId220"/>
    <p:sldId id="469" r:id="rId221"/>
    <p:sldId id="470" r:id="rId222"/>
    <p:sldId id="471" r:id="rId223"/>
    <p:sldId id="472" r:id="rId224"/>
    <p:sldId id="473" r:id="rId225"/>
    <p:sldId id="474" r:id="rId226"/>
    <p:sldId id="475" r:id="rId227"/>
    <p:sldId id="476" r:id="rId228"/>
    <p:sldId id="477" r:id="rId229"/>
    <p:sldId id="478" r:id="rId230"/>
    <p:sldId id="479" r:id="rId231"/>
    <p:sldId id="480" r:id="rId232"/>
    <p:sldId id="481" r:id="rId233"/>
    <p:sldId id="482" r:id="rId234"/>
    <p:sldId id="483" r:id="rId235"/>
    <p:sldId id="484" r:id="rId236"/>
    <p:sldId id="485" r:id="rId237"/>
    <p:sldId id="486" r:id="rId238"/>
    <p:sldId id="487" r:id="rId239"/>
    <p:sldId id="488" r:id="rId240"/>
    <p:sldId id="489" r:id="rId241"/>
    <p:sldId id="490" r:id="rId242"/>
    <p:sldId id="491" r:id="rId243"/>
    <p:sldId id="492" r:id="rId244"/>
    <p:sldId id="493" r:id="rId245"/>
    <p:sldId id="494" r:id="rId2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Relationship Id="rId208" Type="http://schemas.openxmlformats.org/officeDocument/2006/relationships/slide" Target="slides/slide201.xml"/><Relationship Id="rId209" Type="http://schemas.openxmlformats.org/officeDocument/2006/relationships/slide" Target="slides/slide202.xml"/><Relationship Id="rId210" Type="http://schemas.openxmlformats.org/officeDocument/2006/relationships/slide" Target="slides/slide203.xml"/><Relationship Id="rId211" Type="http://schemas.openxmlformats.org/officeDocument/2006/relationships/slide" Target="slides/slide204.xml"/><Relationship Id="rId212" Type="http://schemas.openxmlformats.org/officeDocument/2006/relationships/slide" Target="slides/slide205.xml"/><Relationship Id="rId213" Type="http://schemas.openxmlformats.org/officeDocument/2006/relationships/slide" Target="slides/slide206.xml"/><Relationship Id="rId214" Type="http://schemas.openxmlformats.org/officeDocument/2006/relationships/slide" Target="slides/slide207.xml"/><Relationship Id="rId215" Type="http://schemas.openxmlformats.org/officeDocument/2006/relationships/slide" Target="slides/slide208.xml"/><Relationship Id="rId216" Type="http://schemas.openxmlformats.org/officeDocument/2006/relationships/slide" Target="slides/slide209.xml"/><Relationship Id="rId217" Type="http://schemas.openxmlformats.org/officeDocument/2006/relationships/slide" Target="slides/slide210.xml"/><Relationship Id="rId218" Type="http://schemas.openxmlformats.org/officeDocument/2006/relationships/slide" Target="slides/slide211.xml"/><Relationship Id="rId219" Type="http://schemas.openxmlformats.org/officeDocument/2006/relationships/slide" Target="slides/slide212.xml"/><Relationship Id="rId220" Type="http://schemas.openxmlformats.org/officeDocument/2006/relationships/slide" Target="slides/slide213.xml"/><Relationship Id="rId221" Type="http://schemas.openxmlformats.org/officeDocument/2006/relationships/slide" Target="slides/slide214.xml"/><Relationship Id="rId222" Type="http://schemas.openxmlformats.org/officeDocument/2006/relationships/slide" Target="slides/slide215.xml"/><Relationship Id="rId223" Type="http://schemas.openxmlformats.org/officeDocument/2006/relationships/slide" Target="slides/slide216.xml"/><Relationship Id="rId224" Type="http://schemas.openxmlformats.org/officeDocument/2006/relationships/slide" Target="slides/slide217.xml"/><Relationship Id="rId225" Type="http://schemas.openxmlformats.org/officeDocument/2006/relationships/slide" Target="slides/slide218.xml"/><Relationship Id="rId226" Type="http://schemas.openxmlformats.org/officeDocument/2006/relationships/slide" Target="slides/slide219.xml"/><Relationship Id="rId227" Type="http://schemas.openxmlformats.org/officeDocument/2006/relationships/slide" Target="slides/slide220.xml"/><Relationship Id="rId228" Type="http://schemas.openxmlformats.org/officeDocument/2006/relationships/slide" Target="slides/slide221.xml"/><Relationship Id="rId229" Type="http://schemas.openxmlformats.org/officeDocument/2006/relationships/slide" Target="slides/slide222.xml"/><Relationship Id="rId230" Type="http://schemas.openxmlformats.org/officeDocument/2006/relationships/slide" Target="slides/slide223.xml"/><Relationship Id="rId231" Type="http://schemas.openxmlformats.org/officeDocument/2006/relationships/slide" Target="slides/slide224.xml"/><Relationship Id="rId232" Type="http://schemas.openxmlformats.org/officeDocument/2006/relationships/slide" Target="slides/slide225.xml"/><Relationship Id="rId233" Type="http://schemas.openxmlformats.org/officeDocument/2006/relationships/slide" Target="slides/slide226.xml"/><Relationship Id="rId234" Type="http://schemas.openxmlformats.org/officeDocument/2006/relationships/slide" Target="slides/slide227.xml"/><Relationship Id="rId235" Type="http://schemas.openxmlformats.org/officeDocument/2006/relationships/slide" Target="slides/slide228.xml"/><Relationship Id="rId236" Type="http://schemas.openxmlformats.org/officeDocument/2006/relationships/slide" Target="slides/slide229.xml"/><Relationship Id="rId237" Type="http://schemas.openxmlformats.org/officeDocument/2006/relationships/slide" Target="slides/slide230.xml"/><Relationship Id="rId238" Type="http://schemas.openxmlformats.org/officeDocument/2006/relationships/slide" Target="slides/slide231.xml"/><Relationship Id="rId239" Type="http://schemas.openxmlformats.org/officeDocument/2006/relationships/slide" Target="slides/slide232.xml"/><Relationship Id="rId240" Type="http://schemas.openxmlformats.org/officeDocument/2006/relationships/slide" Target="slides/slide233.xml"/><Relationship Id="rId241" Type="http://schemas.openxmlformats.org/officeDocument/2006/relationships/slide" Target="slides/slide234.xml"/><Relationship Id="rId242" Type="http://schemas.openxmlformats.org/officeDocument/2006/relationships/slide" Target="slides/slide235.xml"/><Relationship Id="rId243" Type="http://schemas.openxmlformats.org/officeDocument/2006/relationships/slide" Target="slides/slide236.xml"/><Relationship Id="rId244" Type="http://schemas.openxmlformats.org/officeDocument/2006/relationships/slide" Target="slides/slide237.xml"/><Relationship Id="rId245" Type="http://schemas.openxmlformats.org/officeDocument/2006/relationships/slide" Target="slides/slide238.xml"/><Relationship Id="rId246" Type="http://schemas.openxmlformats.org/officeDocument/2006/relationships/slide" Target="slides/slide23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PWM request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Sheet1!$A$2:$A$4</c:f>
              <c:strCache>
                <c:ptCount val="3"/>
                <c:pt idx="0">
                  <c:v>0</c:v>
                </c:pt>
                <c:pt idx="1">
                  <c:v>2048</c:v>
                </c:pt>
                <c:pt idx="2">
                  <c:v>4095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0</c:v>
                </c:pt>
                <c:pt idx="1">
                  <c:v>128</c:v>
                </c:pt>
                <c:pt idx="2">
                  <c:v>255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Integer mean</c:v>
                </c:pt>
              </c:strCache>
            </c:strRef>
          </c:tx>
          <c:spPr>
            <a:ln w="31750">
              <a:solidFill>
                <a:srgbClr val="1F6FEB"/>
              </a:solidFill>
            </a:ln>
          </c:spPr>
          <c:cat>
            <c:strRef>
              <c:f>Sheet1!$A$2:$A$6</c:f>
              <c:strCache>
                <c:ptCount val="5"/>
                <c:pt idx="0">
                  <c:v>push1</c:v>
                </c:pt>
                <c:pt idx="1">
                  <c:v>push2</c:v>
                </c:pt>
                <c:pt idx="2">
                  <c:v>push3</c:v>
                </c:pt>
                <c:pt idx="3">
                  <c:v>push4</c:v>
                </c:pt>
                <c:pt idx="4">
                  <c:v>push5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25</c:v>
                </c:pt>
                <c:pt idx="4">
                  <c:v>35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2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2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2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2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2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2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2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4.xml"/></Relationships>
</file>

<file path=ppt/notesSlides/_rels/notesSlide2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2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6.xml"/></Relationships>
</file>

<file path=ppt/notesSlides/_rels/notesSlide2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7.xml"/></Relationships>
</file>

<file path=ppt/notesSlides/_rels/notesSlide2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8.xml"/></Relationships>
</file>

<file path=ppt/notesSlides/_rels/notesSlide2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_rels/notesSlide2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0.xml"/></Relationships>
</file>

<file path=ppt/notesSlides/_rels/notesSlide2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1.xml"/></Relationships>
</file>

<file path=ppt/notesSlides/_rels/notesSlide2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2.xml"/></Relationships>
</file>

<file path=ppt/notesSlides/_rels/notesSlide2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3.xml"/></Relationships>
</file>

<file path=ppt/notesSlides/_rels/notesSlide2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4.xml"/></Relationships>
</file>

<file path=ppt/notesSlides/_rels/notesSlide2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5.xml"/></Relationships>
</file>

<file path=ppt/notesSlides/_rels/notesSlide2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6.xml"/></Relationships>
</file>

<file path=ppt/notesSlides/_rels/notesSlide2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7.xml"/></Relationships>
</file>

<file path=ppt/notesSlides/_rels/notesSlide2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8.xml"/></Relationships>
</file>

<file path=ppt/notesSlides/_rels/notesSlide2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9.xml"/></Relationships>
</file>

<file path=ppt/notesSlides/_rels/notesSlide2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0.xml"/></Relationships>
</file>

<file path=ppt/notesSlides/_rels/notesSlide2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1.xml"/></Relationships>
</file>

<file path=ppt/notesSlides/_rels/notesSlide2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2.xml"/></Relationships>
</file>

<file path=ppt/notesSlides/_rels/notesSlide2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3.xml"/></Relationships>
</file>

<file path=ppt/notesSlides/_rels/notesSlide2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4.xml"/></Relationships>
</file>

<file path=ppt/notesSlides/_rels/notesSlide2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5.xml"/></Relationships>
</file>

<file path=ppt/notesSlides/_rels/notesSlide2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6.xml"/></Relationships>
</file>

<file path=ppt/notesSlides/_rels/notesSlide2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7.xml"/></Relationships>
</file>

<file path=ppt/notesSlides/_rels/notesSlide2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8.xml"/></Relationships>
</file>

<file path=ppt/notesSlides/_rels/notesSlide2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 | Anchor: MODEL</a:t>
            </a:r>
          </a:p>
          <a:p>
            <a:r>
              <a:t>Org UEN201200696W, courseTGS-2023039924, single version2.0.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 | Anchor: MODEL</a:t>
            </a:r>
          </a:p>
          <a:p>
            <a:r>
              <a:t>TRAQOM attendance, course-specific LMS, no invented QR code.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 | Anchor: MODEL</a:t>
            </a:r>
          </a:p>
          <a:p>
            <a:r>
              <a:t>Blank editable general trainer profile.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 | Anchor: MODEL</a:t>
            </a:r>
          </a:p>
          <a:p>
            <a:r>
              <a:t>No unverified qualifications are invented.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 | Anchor: MODEL</a:t>
            </a:r>
          </a:p>
          <a:p>
            <a:r>
              <a:t>Learner introduction admin only.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 | Anchor: MODEL</a:t>
            </a:r>
          </a:p>
          <a:p>
            <a:r>
              <a:t>Hardware and AI review boundaries.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 | Anchor: MODEL</a:t>
            </a:r>
          </a:p>
          <a:p>
            <a:r>
              <a:t>TSC Software Design ICT-DES-3005-1.1.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 | Anchor: MODEL</a:t>
            </a:r>
          </a:p>
          <a:p>
            <a:r>
              <a:t>ApprovedCP/AP LU2/3/3/3/3h;16h course,2h assessment; two1h lunches excluded.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 | Anchor: MODEL</a:t>
            </a:r>
          </a:p>
          <a:p>
            <a:r>
              <a:t>Official course outcomes mapped toK1/A1 throughK5/A5.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 | Anchor: MODEL</a:t>
            </a:r>
          </a:p>
          <a:p>
            <a:r>
              <a:t>Same-course original WA/PP instructions; assessment briefing precedes assessment.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 | Anchor: MODEL</a:t>
            </a:r>
          </a:p>
          <a:p>
            <a:r>
              <a:t>Exact WA/PP durations and domain count from original same-course papers. Funding terms follow enrolment/SSG requirements; do not invent a new policy.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 | Anchor: MODEL</a:t>
            </a:r>
          </a:p>
          <a:p>
            <a:r>
              <a:t>Drive-original WA and PP each60min; hard-copy submission route remains assessor-issued.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 | Anchor: UI</a:t>
            </a:r>
          </a:p>
          <a:p>
            <a:r>
              <a:t>Schematic learner portal; no private learner data or answer-key links.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 | Anchor: UI</a:t>
            </a:r>
          </a:p>
          <a:p>
            <a:r>
              <a:t>Clickable course repository; no command sequence on slides.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CASE</a:t>
            </a:r>
          </a:p>
          <a:p>
            <a:r>
              <a:t>AI-generated conceptual illustration; generic board, not an exact UNO Q hardware reference.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ARCH</a:t>
            </a:r>
          </a:p>
          <a:p>
            <a:r>
              <a:t>Official Arduino documentation illustration; see build/source-notes.md. Current June2026 manual wins over older pinout warnings.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DIVIDER | Anchor: MODEL</a:t>
            </a:r>
          </a:p>
          <a:p>
            <a:r>
              <a:t>Specification, C foundations and safe hardware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MODEL</a:t>
            </a:r>
          </a:p>
          <a:p>
            <a:r>
              <a:t>R1 button press -&gt; request outputs</a:t>
            </a:r>
          </a:p>
          <a:p>
            <a:r>
              <a:t>R2 LED and buzzer share 2000 ms</a:t>
            </a:r>
          </a:p>
          <a:p>
            <a:r>
              <a:t>R3 loop remains responsive</a:t>
            </a:r>
          </a:p>
          <a:p>
            <a:r>
              <a:t>input: pressed, now_ms</a:t>
            </a:r>
          </a:p>
          <a:p>
            <a:r>
              <a:t>state: active, started_ms</a:t>
            </a:r>
          </a:p>
          <a:p>
            <a:r>
              <a:t>output: Boolean request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MODEL</a:t>
            </a:r>
          </a:p>
          <a:p>
            <a:r>
              <a:t>Requirement = Visitor gets visible and audible feedback.; Data type = uint32_t timestamps; int Boolean request.; Function boundary = Pure logic does not configure pins.; Business limit = Buzzer driver rating is a hardware prerequisite.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MODEL</a:t>
            </a:r>
          </a:p>
          <a:p>
            <a:r>
              <a:t>Ambiguous duration; Define whether repeated presses restart the interval before coding.; A trace matrix maps R1/R2/R3 to function, test and physical output evidence.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ARCH</a:t>
            </a:r>
          </a:p>
          <a:p>
            <a:r>
              <a:t>Debian Linux / QRB2210</a:t>
            </a:r>
          </a:p>
          <a:p>
            <a:r>
              <a:t>Python app, optional local model</a:t>
            </a:r>
          </a:p>
          <a:p>
            <a:r>
              <a:t>          Bridge RPC</a:t>
            </a:r>
          </a:p>
          <a:p>
            <a:r>
              <a:t>STM32U585 / Arduino sketch</a:t>
            </a:r>
          </a:p>
          <a:p>
            <a:r>
              <a:t>bounded control logic</a:t>
            </a:r>
          </a:p>
          <a:p>
            <a:r>
              <a:t>3.3 V-safe MCU I/O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ARCH</a:t>
            </a:r>
          </a:p>
          <a:p>
            <a:r>
              <a:t>ABX00162 = 2 GB RAM / 16 GB storage variant.; ABX00173 = 4 GB RAM / 32 GB storage variant.; MCU memory = Arduino manual states 2 MB flash / 786 kB SRAM.; Authority = Current ABX00162 manual, updated 17 June 2026.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ARCH</a:t>
            </a:r>
          </a:p>
          <a:p>
            <a:r>
              <a:t>UNO R3 assumption; Do not import ATmega328P, 5 V analogue or AVR memory assumptions.; Identify exact board variant and core/library versions in the verification record.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CONFIG</a:t>
            </a:r>
          </a:p>
          <a:p>
            <a:r>
              <a:t>A0..A5 -&gt; STM32 analogue inputs</a:t>
            </a:r>
          </a:p>
          <a:p>
            <a:r>
              <a:t>valid voltage: GND .. VREF+</a:t>
            </a:r>
          </a:p>
          <a:p>
            <a:r>
              <a:t>VREF+ approximately 3.3 V</a:t>
            </a:r>
          </a:p>
          <a:p>
            <a:r>
              <a:t>D3/PB0: maximum 3.6 V</a:t>
            </a:r>
          </a:p>
          <a:p>
            <a:r>
              <a:t>A4/A5 I2C pullups: 3.3 V only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CONFIG</a:t>
            </a:r>
          </a:p>
          <a:p>
            <a:r>
              <a:t>Signal review = Verify sensor output level before connecting.; Actuation = Use rated driver; never power a motor from a GPIO.; Qwiic = I2C4 uses PD13 SDA / PD12 SCL at 3.3 V.; Manual evidence = Consult board pinout for exact selected pin.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CONFIG</a:t>
            </a:r>
          </a:p>
          <a:p>
            <a:r>
              <a:t>Over-voltage risk; Stop wiring; reduce or translate voltage with an approved circuit.; Trainer signs a pin/voltage/driver review before any physical upload.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#include "logic.h"</a:t>
            </a:r>
          </a:p>
          <a:p>
            <a:r>
              <a:t>void setup() { /* configure I/O */ }</a:t>
            </a:r>
          </a:p>
          <a:p>
            <a:r>
              <a:t>void loop() {</a:t>
            </a:r>
          </a:p>
          <a:p>
            <a:r>
              <a:t> int request = alarm(25, 30);</a:t>
            </a:r>
          </a:p>
          <a:p>
            <a:r>
              <a:t> /* adapter writes request */</a:t>
            </a:r>
          </a:p>
          <a:p>
            <a:r>
              <a:t>}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logic.c = C11 host compilation; no Arduino includes.; logic.h = Shared declarations and fixed-width types.; sketch.ino = C++ runtime wrapper around pure logic.; Host test = Does not prove board upload or pin behaviour.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Linker name mismatch; Check header linkage guards and compile .c as C.; C tests build with cc; selected-core sketch compile succeeds independently.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#include &lt;stdint.h&gt;</a:t>
            </a:r>
          </a:p>
          <a:p>
            <a:r>
              <a:t>int16_t temp_tenths = 250;</a:t>
            </a:r>
          </a:p>
          <a:p>
            <a:r>
              <a:t>uint32_t sample_ms = 1000u;</a:t>
            </a:r>
          </a:p>
          <a:p>
            <a:r>
              <a:t>uint8_t fan_request = 0u;</a:t>
            </a:r>
          </a:p>
          <a:p>
            <a:r>
              <a:t>const int16_t on_tenths = 300;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Temperature = Allowed -400..1250 tenths in integration activity.; Timestamp = uint32_t wraps modulo 2^32.; Request = 0/1 only; do not use a temperature as Boolean.; Platform = sizeof(int) is target-dependent; inspect instead of assuming.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Degrees versus counts; Convert at the acquisition boundary; reject impossible ranges.; 250 is displayed as 25.0 degrees only after explicit unit formatting.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FORMULA</a:t>
            </a:r>
          </a:p>
          <a:p>
            <a:r>
              <a:t>raw = 2048; adc_max = 4095;</a:t>
            </a:r>
          </a:p>
          <a:p>
            <a:r>
              <a:t>numerator = raw * 255 + adc_max/2;</a:t>
            </a:r>
          </a:p>
          <a:p>
            <a:r>
              <a:t>PWM = numerator / adc_max;</a:t>
            </a:r>
          </a:p>
          <a:p>
            <a:r>
              <a:t>PWM = 128;</a:t>
            </a:r>
          </a:p>
          <a:p>
            <a:r>
              <a:t>maximum numerator &lt; 2^32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FORMULA</a:t>
            </a:r>
          </a:p>
          <a:p>
            <a:r>
              <a:t>adc_max = 1..65535; zero is invalid.; raw = Signed input clamped to 0..adc_max.; Result = uint8_t output 0..255.; Physical = PWM pin and frequency depend on selected core/pin.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FORMULA</a:t>
            </a:r>
          </a:p>
          <a:p>
            <a:r>
              <a:t>Narrow overflow; Cast the operand before multiplication, not the overflowing result.; 0, midpoint, full scale and invalid denominator return 0,128,255,0.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int alarm(int temperature, int limit) {</a:t>
            </a:r>
          </a:p>
          <a:p>
            <a:r>
              <a:t> return temperature &gt;= limit;</a:t>
            </a:r>
          </a:p>
          <a:p>
            <a:r>
              <a:t>}</a:t>
            </a:r>
          </a:p>
          <a:p>
            <a:r>
              <a:t>/* caller chooses the threshold */</a:t>
            </a:r>
          </a:p>
          <a:p>
            <a:r>
              <a:t>int request = alarm(30, 30);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Inputs = Signed whole degrees; both values share a unit.; Output = Exactly 0 or 1.; Side effects = None.; Boundary = 29 below; 30 at; 31 above a limit of 30.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Wrong inequality; Check equality deliberately instead of testing only far-away values.; alarm(29,30)=0 and alarm(30,30)=1 are separate assertions.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static uint32_t last_ms;</a:t>
            </a:r>
          </a:p>
          <a:p>
            <a:r>
              <a:t>void poll(uint32_t now) {</a:t>
            </a:r>
          </a:p>
          <a:p>
            <a:r>
              <a:t> int local_request = 0;</a:t>
            </a:r>
          </a:p>
          <a:p>
            <a:r>
              <a:t> if (due(now, &amp;last_ms, 100u))</a:t>
            </a:r>
          </a:p>
          <a:p>
            <a:r>
              <a:t>   local_request = 1;</a:t>
            </a:r>
          </a:p>
          <a:p>
            <a:r>
              <a:t> /* local_request dies on return */</a:t>
            </a:r>
          </a:p>
          <a:p>
            <a:r>
              <a:t>}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Automatic storage = Never return the address of a local variable.; Static state = Survives calls; can complicate test isolation.; Explicit struct = Preferred when multiple instances are needed.; Initialisation = Tests establish a known initial state.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Dangling pointer; Return a value or use caller-owned storage instead of a local address.; Two calls retain last_ms but each call starts local_request at zero.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EVIDENCE</a:t>
            </a:r>
          </a:p>
          <a:p>
            <a:r>
              <a:t>source .c -&gt; preprocessing</a:t>
            </a:r>
          </a:p>
          <a:p>
            <a:r>
              <a:t>translation -&gt; object .o</a:t>
            </a:r>
          </a:p>
          <a:p>
            <a:r>
              <a:t>linking -&gt; host executable</a:t>
            </a:r>
          </a:p>
          <a:p>
            <a:r>
              <a:t>warnings -&gt; review gate</a:t>
            </a:r>
          </a:p>
          <a:p>
            <a:r>
              <a:t>assertions -&gt; run-time evidence</a:t>
            </a:r>
          </a:p>
          <a:p>
            <a:r>
              <a:t>board compile -&gt; separate target gate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EVIDENCE</a:t>
            </a:r>
          </a:p>
          <a:p>
            <a:r>
              <a:t>Host gate = -std=c11 -Wall -Wextra -Werror -pedantic.; Test gate = Nonzero exit means failed acceptance.; Board gate = Record board/core/library selection.; Evidence limit = Host compile is not measured hardware upload.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EVIDENCE</a:t>
            </a:r>
          </a:p>
          <a:p>
            <a:r>
              <a:t>Compile-only confidence; Run boundary assertions and board-specific checks, not just syntax.; Every activity prints its PASS label only after all assertions execute.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int *values = malloc(count * sizeof *values);</a:t>
            </a:r>
          </a:p>
          <a:p>
            <a:r>
              <a:t>if (values == NULL) { /* safe failure */ }</a:t>
            </a:r>
          </a:p>
          <a:p>
            <a:r>
              <a:t>/* use only within validated count */</a:t>
            </a:r>
          </a:p>
          <a:p>
            <a:r>
              <a:t>free(values);</a:t>
            </a:r>
          </a:p>
          <a:p>
            <a:r>
              <a:t>values = NULL;</a:t>
            </a:r>
          </a:p>
          <a:p>
            <a:r>
              <a:t>/* core activities prefer fixed arrays */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Header = &lt;stdlib.h&gt; declares malloc/free.; Size = Check count&lt;=SIZE_MAX/sizeof *values before multiplying.; Failure = NULL is not a valid array to index.; realloc = Use a temporary pointer; preserve original on failure.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Leak or double free; Document one owner, one release and a NULL-safe failure path.; Core ring-buffer tests require no heap allocation; optional host allocation tests cover failure handling.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CASE</a:t>
            </a:r>
          </a:p>
          <a:p>
            <a:r>
              <a:t>Input pressed is 0/1; timestamp is uint32_t milliseconds. A new press restarts the 2000 ms interval; output is 0 at the deadline.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ARCH</a:t>
            </a:r>
          </a:p>
          <a:p>
            <a:r>
              <a:t>Input pressed is 0/1; timestamp is uint32_t milliseconds. A new press restarts the 2000 ms interval; output is 0 at the deadline.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int doorbell(uint32_t now, int pressed, uint32_t *started, int *active);</a:t>
            </a:r>
          </a:p>
          <a:p>
            <a:r>
              <a:t>#include "logic.h"</a:t>
            </a:r>
          </a:p>
          <a:p>
            <a:r>
              <a:t>int doorbell(uint32_t now, int pressed, uint32_t *started, int *active) {</a:t>
            </a:r>
          </a:p>
          <a:p>
            <a:r>
              <a:t> if (pressed) { *started = now; *active = 1; }</a:t>
            </a:r>
          </a:p>
          <a:p>
            <a:r>
              <a:t> if (*active &amp;&amp; (uint32_t)(now - *started) &gt;= 2000u) *active = 0;</a:t>
            </a:r>
          </a:p>
          <a:p>
            <a:r>
              <a:t> return *active;</a:t>
            </a:r>
          </a:p>
          <a:p>
            <a:r>
              <a:t>}</a:t>
            </a:r>
          </a:p>
          <a:p/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CONFIG</a:t>
            </a:r>
          </a:p>
          <a:p>
            <a:r>
              <a:t>Design contract: Design C-compatible logic for this exact contract: Input pressed is 0/1; timestamp is uint32_t milliseconds. A new press restarts the 2000 ms interval; output is 0 at the deadline. Keep Arduino APIs in the C++ adapter.</a:t>
            </a:r>
          </a:p>
          <a:p>
            <a:r>
              <a:t>Vibe-code implementation: Implement Specify and model a doorbell. Preserve logic.h, units and thresholds. Explain every assumption. Add independently predicted boundary tests; do not invent hardware/API evidence.</a:t>
            </a:r>
          </a:p>
          <a:p>
            <a:r>
              <a:t>Repair from evidence: Given the first failed assertion, explain expected versus actual, identify the smallest contract-preserving fix and add a regression test. Do not edit expected values to hide the defect.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EVIDENCE</a:t>
            </a:r>
          </a:p>
          <a:p>
            <a:r>
              <a:t>uint32_t start=0; int active=0;</a:t>
            </a:r>
          </a:p>
          <a:p>
            <a:r>
              <a:t>assert(doorbell(10,1,&amp;start,&amp;active)==1);</a:t>
            </a:r>
          </a:p>
          <a:p>
            <a:r>
              <a:t>assert(doorbell(2009,0,&amp;start,&amp;active)==1);</a:t>
            </a:r>
          </a:p>
          <a:p>
            <a:r>
              <a:t>assert(doorbell(2010,0,&amp;start,&amp;active)==0);</a:t>
            </a:r>
          </a:p>
          <a:p>
            <a:r>
              <a:t>assert(doorbell(UINT32_MAX-100,1,&amp;start,&amp;active)==1);</a:t>
            </a:r>
          </a:p>
          <a:p>
            <a:r>
              <a:t>assert(doorbell(1899,0,&amp;start,&amp;active)==0);</a:t>
            </a:r>
          </a:p>
          <a:p/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CASE</a:t>
            </a:r>
          </a:p>
          <a:p>
            <a:r>
              <a:t>raw_high 0 means pressed; enabled 0 always suppresses the output. Invalid levels return 0.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ARCH</a:t>
            </a:r>
          </a:p>
          <a:p>
            <a:r>
              <a:t>raw_high 0 means pressed; enabled 0 always suppresses the output. Invalid levels return 0.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int indicator(int raw_high, int enabled);</a:t>
            </a:r>
          </a:p>
          <a:p>
            <a:r>
              <a:t>#include "logic.h"</a:t>
            </a:r>
          </a:p>
          <a:p>
            <a:r>
              <a:t>int indicator(int raw_high, int enabled) {</a:t>
            </a:r>
          </a:p>
          <a:p>
            <a:r>
              <a:t> if ((raw_high != 0 &amp;&amp; raw_high != 1) ||</a:t>
            </a:r>
          </a:p>
          <a:p>
            <a:r>
              <a:t>     (enabled != 0 &amp;&amp; enabled != 1)) return 0;</a:t>
            </a:r>
          </a:p>
          <a:p>
            <a:r>
              <a:t> return !raw_high &amp;&amp; enabled;</a:t>
            </a:r>
          </a:p>
          <a:p>
            <a:r>
              <a:t>}</a:t>
            </a:r>
          </a:p>
          <a:p/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CONFIG</a:t>
            </a:r>
          </a:p>
          <a:p>
            <a:r>
              <a:t>Design contract: Design C-compatible logic for this exact contract: raw_high 0 means pressed; enabled 0 always suppresses the output. Invalid levels return 0. Keep Arduino APIs in the C++ adapter.</a:t>
            </a:r>
          </a:p>
          <a:p>
            <a:r>
              <a:t>Vibe-code implementation: Implement Validate a GPIO truth table. Preserve logic.h, units and thresholds. Explain every assumption. Add independently predicted boundary tests; do not invent hardware/API evidence.</a:t>
            </a:r>
          </a:p>
          <a:p>
            <a:r>
              <a:t>Repair from evidence: Given the first failed assertion, explain expected versus actual, identify the smallest contract-preserving fix and add a regression test. Do not edit expected values to hide the defect.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EVIDENCE</a:t>
            </a:r>
          </a:p>
          <a:p>
            <a:r>
              <a:t>assert(indicator(0,1)==1); assert(indicator(1,1)==0);</a:t>
            </a:r>
          </a:p>
          <a:p>
            <a:r>
              <a:t>assert(indicator(0,0)==0); assert(indicator(1,0)==0);</a:t>
            </a:r>
          </a:p>
          <a:p>
            <a:r>
              <a:t>assert(indicator(2,1)==0);</a:t>
            </a:r>
          </a:p>
          <a:p/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CASE</a:t>
            </a:r>
          </a:p>
          <a:p>
            <a:r>
              <a:t>period must be nonzero and below 2^31 ms; next execution follows the actual observed timestamp (no backlog replay).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ARCH</a:t>
            </a:r>
          </a:p>
          <a:p>
            <a:r>
              <a:t>period must be nonzero and below 2^31 ms; next execution follows the actual observed timestamp (no backlog replay).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int due(uint32_t now, uint32_t *last, uint32_t period);</a:t>
            </a:r>
          </a:p>
          <a:p>
            <a:r>
              <a:t>#include "logic.h"</a:t>
            </a:r>
          </a:p>
          <a:p>
            <a:r>
              <a:t>int due(uint32_t now, uint32_t *last, uint32_t period) {</a:t>
            </a:r>
          </a:p>
          <a:p>
            <a:r>
              <a:t> if (period == 0u || period &gt;= 0x80000000u) return 0;</a:t>
            </a:r>
          </a:p>
          <a:p>
            <a:r>
              <a:t> if ((uint32_t)(now - *last) &lt; period) return 0;</a:t>
            </a:r>
          </a:p>
          <a:p>
            <a:r>
              <a:t> *last = now; return 1;</a:t>
            </a:r>
          </a:p>
          <a:p>
            <a:r>
              <a:t>}</a:t>
            </a:r>
          </a:p>
          <a:p/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CONFIG</a:t>
            </a:r>
          </a:p>
          <a:p>
            <a:r>
              <a:t>Design contract: Design C-compatible logic for this exact contract: period must be nonzero and below 2^31 ms; next execution follows the actual observed timestamp (no backlog replay). Keep Arduino APIs in the C++ adapter.</a:t>
            </a:r>
          </a:p>
          <a:p>
            <a:r>
              <a:t>Vibe-code implementation: Implement Schedule events without delay. Preserve logic.h, units and thresholds. Explain every assumption. Add independently predicted boundary tests; do not invent hardware/API evidence.</a:t>
            </a:r>
          </a:p>
          <a:p>
            <a:r>
              <a:t>Repair from evidence: Given the first failed assertion, explain expected versus actual, identify the smallest contract-preserving fix and add a regression test. Do not edit expected values to hide the defect.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EVIDENCE</a:t>
            </a:r>
          </a:p>
          <a:p>
            <a:r>
              <a:t>uint32_t last=0;</a:t>
            </a:r>
          </a:p>
          <a:p>
            <a:r>
              <a:t>assert(due(99,&amp;last,100)==0); assert(due(100,&amp;last,100)==1);</a:t>
            </a:r>
          </a:p>
          <a:p>
            <a:r>
              <a:t>assert(last==100); assert(due(101,&amp;last,100)==0);</a:t>
            </a:r>
          </a:p>
          <a:p>
            <a:r>
              <a:t>assert(due(500,&amp;last,0)==0);</a:t>
            </a:r>
          </a:p>
          <a:p>
            <a:r>
              <a:t>last=UINT32_MAX-50; assert(due(49,&amp;last,100)==1);</a:t>
            </a:r>
          </a:p>
          <a:p/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DIVIDER | Anchor: MODEL</a:t>
            </a:r>
          </a:p>
          <a:p>
            <a:r>
              <a:t>Modular development and AI-assisted review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#ifndef SENSOR_LOGIC_H</a:t>
            </a:r>
          </a:p>
          <a:p>
            <a:r>
              <a:t>#define SENSOR_LOGIC_H</a:t>
            </a:r>
          </a:p>
          <a:p>
            <a:r>
              <a:t>#ifdef __cplusplus</a:t>
            </a:r>
          </a:p>
          <a:p>
            <a:r>
              <a:t>extern "C" {</a:t>
            </a:r>
          </a:p>
          <a:p>
            <a:r>
              <a:t>#endif</a:t>
            </a:r>
          </a:p>
          <a:p>
            <a:r>
              <a:t>int alarm(int temperature,int limit);</a:t>
            </a:r>
          </a:p>
          <a:p>
            <a:r>
              <a:t>/* close extern C and guard */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Include = Both implementation and caller include the same header.; Types = Use matching types in declaration and definition.; Constants = Avoid multiple mutable global definitions in a header.; Build proof = Include the header twice in the host test.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Conflicting prototypes; Remove copied declarations; rebuild all dependent translation units.; Duplicate inclusion compiles; mismatched parameter types fail the warning gate.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MODEL</a:t>
            </a:r>
          </a:p>
          <a:p>
            <a:r>
              <a:t>Input: specification + logic.h</a:t>
            </a:r>
          </a:p>
          <a:p>
            <a:r>
              <a:t>Ask: find overflow and edge cases</a:t>
            </a:r>
          </a:p>
          <a:p>
            <a:r>
              <a:t>Output: patch + stated assumptions</a:t>
            </a:r>
          </a:p>
          <a:p>
            <a:r>
              <a:t>Human: compare interface and units</a:t>
            </a:r>
          </a:p>
          <a:p>
            <a:r>
              <a:t>Compiler: strict warnings</a:t>
            </a:r>
          </a:p>
          <a:p>
            <a:r>
              <a:t>Tests: boundaries and invalid inputs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MODEL</a:t>
            </a:r>
          </a:p>
          <a:p>
            <a:r>
              <a:t>Permitted = Explain, refactor and propose tests.; Forbidden = Silently change thresholds, units or hardware pins.; Evidence = Save prompt, proposal, decision and test outcome.; Failure mode = Plausible generated code can still be unsafe.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MODEL</a:t>
            </a:r>
          </a:p>
          <a:p>
            <a:r>
              <a:t>Invented API; Open installed official library documentation and compile a minimal call.; A proposed patch preserves all prior tests and adds one new boundary assertion.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ARCH</a:t>
            </a:r>
          </a:p>
          <a:p>
            <a:r>
              <a:t>analogRead(A0) -&gt; raw count</a:t>
            </a:r>
          </a:p>
          <a:p>
            <a:r>
              <a:t>light_percent(raw, maximum)</a:t>
            </a:r>
          </a:p>
          <a:p>
            <a:r>
              <a:t>validated percentage -&gt; Serial</a:t>
            </a:r>
          </a:p>
          <a:p>
            <a:r>
              <a:t>host mock -&gt; same conversion</a:t>
            </a:r>
          </a:p>
          <a:p>
            <a:r>
              <a:t>MCU wrapper -&gt; same C logic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ARCH</a:t>
            </a:r>
          </a:p>
          <a:p>
            <a:r>
              <a:t>Raw value = Count in a configured resolution range.; maximum = Explicit denominator, 1..65535.; Return = -1 for invalid maximum; otherwise 0..100.; Documentation = Record units at each boundary.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ARCH</a:t>
            </a:r>
          </a:p>
          <a:p>
            <a:r>
              <a:t>Sensor claim without calibration; Label output as scaled ADC percentage, not physical light intensity.; Mock 2048/4095 rounds to 50%; real calibration remains a separate experiment.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#define BAD_MAX(a,b) ((a)&gt;(b)?(a):(b))</a:t>
            </a:r>
          </a:p>
          <a:p>
            <a:r>
              <a:t>/* BAD_MAX(i++, 10) is unsafe */</a:t>
            </a:r>
          </a:p>
          <a:p>
            <a:r>
              <a:t>static inline int max_int(int a,int b) {</a:t>
            </a:r>
          </a:p>
          <a:p>
            <a:r>
              <a:t> return a&gt;b ? a:b;</a:t>
            </a:r>
          </a:p>
          <a:p>
            <a:r>
              <a:t>}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Macro argument = Never pass an increment to a repeated-argument macro.; Constant macro = Suitable for a compile-time numeric setting.; Typed function = Enforces parameter and return types.; Review = Inspect preprocessed meaning, not only the macro name.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Surprising increment; Replace function-like macro with a typed helper.; Call max_int with precomputed values and assert one deterministic result.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CONFIG</a:t>
            </a:r>
          </a:p>
          <a:p>
            <a:r>
              <a:t>#ifndef SAMPLE_PERIOD_MS</a:t>
            </a:r>
          </a:p>
          <a:p>
            <a:r>
              <a:t>#define SAMPLE_PERIOD_MS 100u</a:t>
            </a:r>
          </a:p>
          <a:p>
            <a:r>
              <a:t>#endif</a:t>
            </a:r>
          </a:p>
          <a:p>
            <a:r>
              <a:t>#if SAMPLE_PERIOD_MS == 0</a:t>
            </a:r>
          </a:p>
          <a:p>
            <a:r>
              <a:t>#error Sample period must be nonzero</a:t>
            </a:r>
          </a:p>
          <a:p>
            <a:r>
              <a:t>#endif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CONFIG</a:t>
            </a:r>
          </a:p>
          <a:p>
            <a:r>
              <a:t>Default = 100 milliseconds is the teaching period.; Override = Compiler -D is a build configuration.; Invalid = Zero must fail preprocessing.; Portability = No board identity is inferred from a macro alone.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CONFIG</a:t>
            </a:r>
          </a:p>
          <a:p>
            <a:r>
              <a:t>Different binaries; Compare exact build flags when two learners observe different periods.; Zero configuration is a negative build test; default configuration passes.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uint32_t raw = 65535u;</a:t>
            </a:r>
          </a:p>
          <a:p>
            <a:r>
              <a:t>uint32_t scaled = raw * 255u;</a:t>
            </a:r>
          </a:p>
          <a:p>
            <a:r>
              <a:t>uint8_t request = (uint8_t)255u;</a:t>
            </a:r>
          </a:p>
          <a:p>
            <a:r>
              <a:t>/* not: uint16_t scaled = raw*255 */</a:t>
            </a:r>
          </a:p>
          <a:p>
            <a:r>
              <a:t>/* validate before explicit narrowing */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Maximum product = 65535*255 = 16711425.; Result range = 0..255 after division.; Warning gate = Enable strict baseline and review extra conversion warnings.; Assertion = Test maximum input, not only small values.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Cast-as-fix; Prove the intermediate bound before adding an explicit cast.; Maximum range computation fits uint32_t and returns 255 after scaling.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/* percent: 0..100; age: milliseconds</a:t>
            </a:r>
          </a:p>
          <a:p>
            <a:r>
              <a:t> * returns 1 only when dry and fresh</a:t>
            </a:r>
          </a:p>
          <a:p>
            <a:r>
              <a:t> * invalid inputs return 0</a:t>
            </a:r>
          </a:p>
          <a:p>
            <a:r>
              <a:t> * no GPIO side effects</a:t>
            </a:r>
          </a:p>
          <a:p>
            <a:r>
              <a:t> */</a:t>
            </a:r>
          </a:p>
          <a:p>
            <a:r>
              <a:t>int water_request(int percent,unsigned age,int ok);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Header comment = Defines public preconditions and output.; Implementation comment = Explains non-obvious invariants, not syntax.; Report = States limits such as missing maximum runtime.; Change = Update tests and docs when threshold changes.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Comment/code divergence; Trace every threshold statement to the implementation and assertion.; Documentation says &lt;30 and the 29/30 tests prove that exact inequality.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|Anchor CODE</a:t>
            </a:r>
          </a:p>
          <a:p>
            <a:r>
              <a:t>void read_mock(void) {</a:t>
            </a:r>
          </a:p>
          <a:p>
            <a:r>
              <a:t>FILE *fp = fopen("samples.csv","r");</a:t>
            </a:r>
          </a:p>
          <a:p>
            <a:r>
              <a:t>if (fp == NULL) return; /* stop: no valid handle */</a:t>
            </a:r>
          </a:p>
          <a:p>
            <a:r>
              <a:t>char line[64];</a:t>
            </a:r>
          </a:p>
          <a:p>
            <a:r>
              <a:t>while (fgets(line,sizeof line,fp)) {</a:t>
            </a:r>
          </a:p>
          <a:p>
            <a:r>
              <a:t> /* validate complete bounded record */</a:t>
            </a:r>
          </a:p>
          <a:p>
            <a:r>
              <a:t>}</a:t>
            </a:r>
          </a:p>
          <a:p>
            <a:r>
              <a:t>fclose(fp);</a:t>
            </a:r>
          </a:p>
          <a:p>
            <a:r>
              <a:t>}</a:t>
            </a:r>
          </a:p>
          <a:p>
            <a:r>
              <a:t>File-open failure exits before fgets; complete bounded record validation remains caller/parser responsibility.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Input = Local mock data; no real personal records.; EOF = End-of-file differs from malformed line.; Parser = Check conversion count and permitted range.; Target = Physical SD write/readback is separate evidence.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Partial record; Detect missing newline/fields and reject rather than silently parse a prefix.; Valid mock row parses; malformed and overlong rows fail without a GPIO side effect.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EVIDENCE</a:t>
            </a:r>
          </a:p>
          <a:p>
            <a:r>
              <a:t>course version: 2.0</a:t>
            </a:r>
          </a:p>
          <a:p>
            <a:r>
              <a:t>source revision: recorded at release</a:t>
            </a:r>
          </a:p>
          <a:p>
            <a:r>
              <a:t>board model: exact variant</a:t>
            </a:r>
          </a:p>
          <a:p>
            <a:r>
              <a:t>core and library versions: recorded</a:t>
            </a:r>
          </a:p>
          <a:p>
            <a:r>
              <a:t>host compiler: recorded</a:t>
            </a:r>
          </a:p>
          <a:p>
            <a:r>
              <a:t>hardware result: NOT RUN until measured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EVIDENCE</a:t>
            </a:r>
          </a:p>
          <a:p>
            <a:r>
              <a:t>Host record = Compiler version plus test command/output.; MCU record = Board/core and sketch compile result.; Physical record = Wiring/photo/readback/timestamps.; Reproduction = Another learner can identify the same configuration.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EVIDENCE</a:t>
            </a:r>
          </a:p>
          <a:p>
            <a:r>
              <a:t>Unreproducible success; Add exact environment and input data to the verification record.; A release record distinguishes generated tests, executed tests and physical measurements.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class SensorView {</a:t>
            </a:r>
          </a:p>
          <a:p>
            <a:r>
              <a:t> const Sample&amp; sample;</a:t>
            </a:r>
          </a:p>
          <a:p>
            <a:r>
              <a:t>public:</a:t>
            </a:r>
          </a:p>
          <a:p>
            <a:r>
              <a:t> explicit SensorView(const Sample&amp; s):sample(s) {}</a:t>
            </a:r>
          </a:p>
          <a:p>
            <a:r>
              <a:t> int temperature() const { return sample.temp_tenths; }</a:t>
            </a:r>
          </a:p>
          <a:p>
            <a:r>
              <a:t>};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C core = Sample and functions remain C-compatible.; C++ wrapper = Classes/references belong in .cpp or .ino, not logic.c.; Ownership = No allocation is required for this view.; Getter = Returns a value and documents temperature unit.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Dangling reference; Do not bind a persistent view to a local object that is about to die.; Compile wrapper as C++; keep host C modules compiled as C11.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class HostFile {</a:t>
            </a:r>
          </a:p>
          <a:p>
            <a:r>
              <a:t> FILE* fp;</a:t>
            </a:r>
          </a:p>
          <a:p>
            <a:r>
              <a:t>public:</a:t>
            </a:r>
          </a:p>
          <a:p>
            <a:r>
              <a:t> explicit HostFile(const char* path):fp(fopen(path,"r")) {}</a:t>
            </a:r>
          </a:p>
          <a:p>
            <a:r>
              <a:t> ~HostFile() { if(fp) fclose(fp); }</a:t>
            </a:r>
          </a:p>
          <a:p>
            <a:r>
              <a:t> HostFile(const HostFile&amp;) = delete;</a:t>
            </a:r>
          </a:p>
          <a:p>
            <a:r>
              <a:t> HostFile&amp; operator=(const HostFile&amp;) = delete;</a:t>
            </a:r>
          </a:p>
          <a:p>
            <a:r>
              <a:t>};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Language = RAII/class/destructor are C++ concepts.; Failure = Constructor must expose/check unsuccessful open.; Ownership = One object owns the handle.; Target = Use actual selected SD library in board adapters.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Double close; Use one owner and disable unsafe copying; document lifetime.; A C++ host wrapper compiles; absence of a file is handled without a leaked handle.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CONFIG</a:t>
            </a:r>
          </a:p>
          <a:p>
            <a:r>
              <a:t>logic.c: cc -std=c11</a:t>
            </a:r>
          </a:p>
          <a:p>
            <a:r>
              <a:t>adapter.cpp: c++ -std=c++17</a:t>
            </a:r>
          </a:p>
          <a:p>
            <a:r>
              <a:t>logic.h: guarded extern "C"</a:t>
            </a:r>
          </a:p>
          <a:p>
            <a:r>
              <a:t>.ino: Arduino-generated C++ translation</a:t>
            </a:r>
          </a:p>
          <a:p>
            <a:r>
              <a:t>no classes/references/destructors in C module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CONFIG</a:t>
            </a:r>
          </a:p>
          <a:p>
            <a:r>
              <a:t>Google primary = developers.google.com/edu/c++/getting-started.; Requested context = learn-cpp.org and learncpp.com learning references.; Core scope = All five approved software-design outcomes retained.; Evidence = Compile C and C++ units with the correct tools.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CONFIG</a:t>
            </a:r>
          </a:p>
          <a:p>
            <a:r>
              <a:t>Compiling C as C++; Do not conceal unsupported C constructs by changing source extensions.; The same guarded header links a separately compiled C object into a C++ caller.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CASE</a:t>
            </a:r>
          </a:p>
          <a:p>
            <a:r>
              <a:t>raw is clamped to 0..adc_max; adc_max 1..65535; result rounded to nearest 0..255. Return 0 for invalid adc_max.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ARCH</a:t>
            </a:r>
          </a:p>
          <a:p>
            <a:r>
              <a:t>raw is clamped to 0..adc_max; adc_max 1..65535; result rounded to nearest 0..255. Return 0 for invalid adc_max.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uint8_t pwm_scale(int32_t raw, uint32_t adc_max);</a:t>
            </a:r>
          </a:p>
          <a:p>
            <a:r>
              <a:t>#include "logic.h"</a:t>
            </a:r>
          </a:p>
          <a:p>
            <a:r>
              <a:t>uint8_t pwm_scale(int32_t raw, uint32_t adc_max) {</a:t>
            </a:r>
          </a:p>
          <a:p>
            <a:r>
              <a:t> if (adc_max == 0 || adc_max &gt; 65535u) return 0;</a:t>
            </a:r>
          </a:p>
          <a:p>
            <a:r>
              <a:t> if (raw &lt; 0) raw = 0;</a:t>
            </a:r>
          </a:p>
          <a:p>
            <a:r>
              <a:t> if ((uint32_t)raw &gt; adc_max) raw = (int32_t)adc_max;</a:t>
            </a:r>
          </a:p>
          <a:p>
            <a:r>
              <a:t> return (uint8_t)(((uint32_t)raw * 255u + adc_max/2u) / adc_max);</a:t>
            </a:r>
          </a:p>
          <a:p>
            <a:r>
              <a:t>}</a:t>
            </a:r>
          </a:p>
          <a:p/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CONFIG</a:t>
            </a:r>
          </a:p>
          <a:p>
            <a:r>
              <a:t>Design contract: Design C-compatible logic for this exact contract: raw is clamped to 0..adc_max; adc_max 1..65535; result rounded to nearest 0..255. Return 0 for invalid adc_max. Keep Arduino APIs in the C++ adapter.</a:t>
            </a:r>
          </a:p>
          <a:p>
            <a:r>
              <a:t>Vibe-code implementation: Implement Scale an ADC reading to PWM. Preserve logic.h, units and thresholds. Explain every assumption. Add independently predicted boundary tests; do not invent hardware/API evidence.</a:t>
            </a:r>
          </a:p>
          <a:p>
            <a:r>
              <a:t>Repair from evidence: Given the first failed assertion, explain expected versus actual, identify the smallest contract-preserving fix and add a regression test. Do not edit expected values to hide the defect.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EVIDENCE</a:t>
            </a:r>
          </a:p>
          <a:p>
            <a:r>
              <a:t>assert(pwm_scale(0,4095)==0); assert(pwm_scale(4095,4095)==255);</a:t>
            </a:r>
          </a:p>
          <a:p>
            <a:r>
              <a:t>assert(pwm_scale(2048,4095)==128); assert(pwm_scale(-1,4095)==0);</a:t>
            </a:r>
          </a:p>
          <a:p>
            <a:r>
              <a:t>assert(pwm_scale(5000,4095)==255); assert(pwm_scale(1,0)==0);</a:t>
            </a:r>
          </a:p>
          <a:p>
            <a:r>
              <a:t>assert(pwm_scale(65535,65535)==255);</a:t>
            </a:r>
          </a:p>
          <a:p/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CASE</a:t>
            </a:r>
          </a:p>
          <a:p>
            <a:r>
              <a:t>Maximum 1..65535; clamped raw input; rounded integer percentage 0..100. No Serial, GPIO or allocation in this module.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ARCH</a:t>
            </a:r>
          </a:p>
          <a:p>
            <a:r>
              <a:t>Maximum 1..65535; clamped raw input; rounded integer percentage 0..100. No Serial, GPIO or allocation in this module.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int light_percent(int raw, unsigned maximum);</a:t>
            </a:r>
          </a:p>
          <a:p>
            <a:r>
              <a:t>#include "logic.h"</a:t>
            </a:r>
          </a:p>
          <a:p>
            <a:r>
              <a:t>int light_percent(int raw, unsigned maximum) {</a:t>
            </a:r>
          </a:p>
          <a:p>
            <a:r>
              <a:t> if (maximum==0 || maximum&gt;65535u) return -1;</a:t>
            </a:r>
          </a:p>
          <a:p>
            <a:r>
              <a:t> if (raw&lt;0) raw=0;</a:t>
            </a:r>
          </a:p>
          <a:p>
            <a:r>
              <a:t> if ((unsigned)raw&gt;maximum) raw=(int)maximum;</a:t>
            </a:r>
          </a:p>
          <a:p>
            <a:r>
              <a:t> return (int)(((unsigned)raw*100u+maximum/2u)/maximum);</a:t>
            </a:r>
          </a:p>
          <a:p>
            <a:r>
              <a:t>}</a:t>
            </a:r>
          </a:p>
          <a:p/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CONFIG</a:t>
            </a:r>
          </a:p>
          <a:p>
            <a:r>
              <a:t>Design contract: Design C-compatible logic for this exact contract: Maximum 1..65535; clamped raw input; rounded integer percentage 0..100. No Serial, GPIO or allocation in this module. Keep Arduino APIs in the C++ adapter.</a:t>
            </a:r>
          </a:p>
          <a:p>
            <a:r>
              <a:t>Vibe-code implementation: Implement Review modular sensor conversion. Preserve logic.h, units and thresholds. Explain every assumption. Add independently predicted boundary tests; do not invent hardware/API evidence.</a:t>
            </a:r>
          </a:p>
          <a:p>
            <a:r>
              <a:t>Repair from evidence: Given the first failed assertion, explain expected versus actual, identify the smallest contract-preserving fix and add a regression test. Do not edit expected values to hide the defect.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EVIDENCE</a:t>
            </a:r>
          </a:p>
          <a:p>
            <a:r>
              <a:t>assert(light_percent(0,4095)==0); assert(light_percent(4095,4095)==100);</a:t>
            </a:r>
          </a:p>
          <a:p>
            <a:r>
              <a:t>assert(light_percent(2048,4095)==50); assert(light_percent(-4,4095)==0);</a:t>
            </a:r>
          </a:p>
          <a:p>
            <a:r>
              <a:t>assert(light_percent(10,0)==-1);</a:t>
            </a:r>
          </a:p>
          <a:p/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CASE</a:t>
            </a:r>
          </a:p>
          <a:p>
            <a:r>
              <a:t>alarm() accepts signed whole-degree temperature and limit; equality is alarm-on. No hidden global threshold.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ARCH</a:t>
            </a:r>
          </a:p>
          <a:p>
            <a:r>
              <a:t>alarm() accepts signed whole-degree temperature and limit; equality is alarm-on. No hidden global threshold.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int alarm(int temperature, int limit);</a:t>
            </a:r>
          </a:p>
          <a:p>
            <a:r>
              <a:t>#include "logic.h"</a:t>
            </a:r>
          </a:p>
          <a:p>
            <a:r>
              <a:t>int alarm(int temperature, int limit) { return temperature &gt;= limit; }</a:t>
            </a:r>
          </a:p>
          <a:p/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CONFIG</a:t>
            </a:r>
          </a:p>
          <a:p>
            <a:r>
              <a:t>Design contract: Design C-compatible logic for this exact contract: alarm() accepts signed whole-degree temperature and limit; equality is alarm-on. No hidden global threshold. Keep Arduino APIs in the C++ adapter.</a:t>
            </a:r>
          </a:p>
          <a:p>
            <a:r>
              <a:t>Vibe-code implementation: Implement Repair a header and build contract. Preserve logic.h, units and thresholds. Explain every assumption. Add independently predicted boundary tests; do not invent hardware/API evidence.</a:t>
            </a:r>
          </a:p>
          <a:p>
            <a:r>
              <a:t>Repair from evidence: Given the first failed assertion, explain expected versus actual, identify the smallest contract-preserving fix and add a regression test. Do not edit expected values to hide the defect.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EVIDENCE</a:t>
            </a:r>
          </a:p>
          <a:p>
            <a:r>
              <a:t>assert(alarm(29,30)==0); assert(alarm(30,30)==1);</a:t>
            </a:r>
          </a:p>
          <a:p>
            <a:r>
              <a:t>assert(alarm(-10,0)==0); assert(alarm(80,30)==1);</a:t>
            </a:r>
          </a:p>
          <a:p/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logic.c plus guarded logic.h plus Arduino sketch wrapper.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DIVIDER | Anchor: MODEL</a:t>
            </a:r>
          </a:p>
          <a:p>
            <a:r>
              <a:t>Controls, memory and data structures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if (temp_tenths &gt;= 300) return 1;</a:t>
            </a:r>
          </a:p>
          <a:p>
            <a:r>
              <a:t>if (temp_tenths &lt;= 280) return 0;</a:t>
            </a:r>
          </a:p>
          <a:p>
            <a:r>
              <a:t>return previous != 0;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On threshold = &gt;=300 tenths.; Off threshold = &lt;=280 tenths.; Middle = 281..299 retain previous state.; Reset = Initial prior state must be chosen explicitly.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Threshold chatter; Use two thresholds rather than repeatedly comparing to 300 alone.; 300,290,280 gives on,on,off when initial state is off.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switch (mode) {</a:t>
            </a:r>
          </a:p>
          <a:p>
            <a:r>
              <a:t>case 0: return automatic_request;</a:t>
            </a:r>
          </a:p>
          <a:p>
            <a:r>
              <a:t>case 1: return 1;</a:t>
            </a:r>
          </a:p>
          <a:p>
            <a:r>
              <a:t>case 2: return 0;</a:t>
            </a:r>
          </a:p>
          <a:p>
            <a:r>
              <a:t>default: return 0;</a:t>
            </a:r>
          </a:p>
          <a:p>
            <a:r>
              <a:t>}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0 = Use threshold/hysteresis logic.; 1 = Manual request on; hardware safety gate still applies.; 2 = Request off.; Other = Request off and record invalid mode.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Missing break; Use return per branch or explicit breaks; test every branch.; All three valid modes and one unknown mode have separate tests.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int sum=0;</a:t>
            </a:r>
          </a:p>
          <a:p>
            <a:r>
              <a:t>for (unsigned i=0;i&lt;count;i++) {</a:t>
            </a:r>
          </a:p>
          <a:p>
            <a:r>
              <a:t> sum += values[i];</a:t>
            </a:r>
          </a:p>
          <a:p>
            <a:r>
              <a:t>}</a:t>
            </a:r>
          </a:p>
          <a:p>
            <a:r>
              <a:t>/* count must be &lt;= capacity */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Array capacity = 4 int elements in the ring buffer.; Valid count = 0..4.; Empty = Mean returns 0 before division.; Sum bound = Four values each -1000..1000 yield -4000..4000.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Off-by-one access; Use &lt;count, not &lt;=count, and test a full array.; Empty, two-element and full four-element buffers produce deterministic means.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while (available &gt; 0) {</a:t>
            </a:r>
          </a:p>
          <a:p>
            <a:r>
              <a:t> /* consume one bounded item */</a:t>
            </a:r>
          </a:p>
          <a:p>
            <a:r>
              <a:t> available--;</a:t>
            </a:r>
          </a:p>
          <a:p>
            <a:r>
              <a:t>}</a:t>
            </a:r>
          </a:p>
          <a:p>
            <a:r>
              <a:t>do { /* one trial */ } while (retry);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Transport loop = Bound processing by bytes/time per main-loop pass.; No data = while must perform no read.; Retry policy = Maximum attempts and timeout are explicit.; Scheduler = Return control rather than wait indefinitely.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Infinite loop; Add a bounded attempt counter and a timeout/fault outcome.; No-data, one-item and budget-exhausted cases all return to the main loop.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void ring_push(Ring *r,int value);</a:t>
            </a:r>
          </a:p>
          <a:p>
            <a:r>
              <a:t>int ring_mean(const Ring *r);</a:t>
            </a:r>
          </a:p>
          <a:p>
            <a:r>
              <a:t>/* r points to a valid caller-owned Ring */</a:t>
            </a:r>
          </a:p>
          <a:p>
            <a:r>
              <a:t>/* const blocks writes through this pointer */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Precondition = Pointer non-null and points to a valid initialised Ring.; Aliasing = Other writers must not corrupt count/next.; Array length = Length is not inferred from a bare pointer.; Reset = Initialise values, next and count before use.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Invalid pointer; Validate at the boundary or maintain an explicit caller precondition.; Tests initialise Ring r={{0},0,0} before every independent scenario.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r-&gt;values[r-&gt;next] = value;</a:t>
            </a:r>
          </a:p>
          <a:p>
            <a:r>
              <a:t>r-&gt;next = (r-&gt;next + 1u) % 4u;</a:t>
            </a:r>
          </a:p>
          <a:p>
            <a:r>
              <a:t>if (r-&gt;count &lt; 4u) r-&gt;count++;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Initial state = next=0,count=0.; After five pushes = next=1,count=4.; Sequence = 10,20,30,40,50 retains 20,30,40,50.; Mean = 35 with integer division.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Uninitialised index; Initialise the struct; assert next &lt; capacity and count &lt;= capacity.; The fifth push leaves count four and mean35; no array index exceeds3.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|Anchor CODE</a:t>
            </a:r>
          </a:p>
          <a:p>
            <a:r>
              <a:t>char out[16];</a:t>
            </a:r>
          </a:p>
          <a:p>
            <a:r>
              <a:t>int n = snprintf(out,sizeof out,"T=%d",250);</a:t>
            </a:r>
          </a:p>
          <a:p>
            <a:r>
              <a:t>if (n &lt; 0 || (size_t)n &gt;= sizeof out)</a:t>
            </a:r>
          </a:p>
          <a:p>
            <a:r>
              <a:t> return -1;</a:t>
            </a:r>
          </a:p>
          <a:p>
            <a:r>
              <a:t>/* accepted text: T=250 */</a:t>
            </a:r>
          </a:p>
          <a:p>
            <a:r>
              <a:t>Literal logical OR is retained; each invalid condition independently rejects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Successful length = 5 for T=250.; Required capacity = At least6 for that exact text.; Short capacity = 3 must return truncation failure.; Caller = Never use truncated text as an accepted command.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Missing NUL; Use bounded formatting and verify complete length before transmission.; Output equals T=250 and capacity3 returns -1.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typedef struct {</a:t>
            </a:r>
          </a:p>
          <a:p>
            <a:r>
              <a:t> int temp_tenths;</a:t>
            </a:r>
          </a:p>
          <a:p>
            <a:r>
              <a:t> int humidity;</a:t>
            </a:r>
          </a:p>
          <a:p>
            <a:r>
              <a:t> uint32_t stamp;</a:t>
            </a:r>
          </a:p>
          <a:p>
            <a:r>
              <a:t>} Sample;</a:t>
            </a:r>
          </a:p>
          <a:p>
            <a:r>
              <a:t>/* serialize named fields explicitly */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Temperature = -400..1250 tenths.; Humidity = 0..100 percent.; Timestamp = uint32_t milliseconds.; CSV = Explicit field order temp_tenths,humidity.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ABI mismatch; Serialise fields with defined units/order rather than copying struct bytes.; Sample {250,60,100} formats exactly 250,60 across host and adapter.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typedef enum { VALUE_INT, VALUE_FLOAT } Kind;</a:t>
            </a:r>
          </a:p>
          <a:p>
            <a:r>
              <a:t>typedef struct {</a:t>
            </a:r>
          </a:p>
          <a:p>
            <a:r>
              <a:t> Kind kind;</a:t>
            </a:r>
          </a:p>
          <a:p>
            <a:r>
              <a:t> union { int whole; float fractional; } value;</a:t>
            </a:r>
          </a:p>
          <a:p>
            <a:r>
              <a:t>} Reading;</a:t>
            </a:r>
          </a:p>
          <a:p>
            <a:r>
              <a:t>/* read the member selected by kind */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Tagged value = Check kind before interpreting value.; Unknown tag = Reject rather than reinterpret bytes.; Bit masks = bit0 fan; bit1 fault; remaining bits zero.; typedef = Names an existing type; does not allocate an object.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Wrong member read; Validate the tag and convert explicitly at an interface.; Status fan1/fault1 is byte3; do not assert a compiler bitfield memory layout.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CASE</a:t>
            </a:r>
          </a:p>
          <a:p>
            <a:r>
              <a:t>Temperature uses tenths of degree; AUTO on at &gt;=300, off at &lt;=280, retained state between. Unknown mode fails OFF.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ARCH</a:t>
            </a:r>
          </a:p>
          <a:p>
            <a:r>
              <a:t>Temperature uses tenths of degree; AUTO on at &gt;=300, off at &lt;=280, retained state between. Unknown mode fails OFF.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int fan_next(int mode, int temp_tenths, int previous);</a:t>
            </a:r>
          </a:p>
          <a:p>
            <a:r>
              <a:t>#include "logic.h"</a:t>
            </a:r>
          </a:p>
          <a:p>
            <a:r>
              <a:t>int fan_next(int mode, int temp_tenths, int previous) {</a:t>
            </a:r>
          </a:p>
          <a:p>
            <a:r>
              <a:t> switch (mode) {</a:t>
            </a:r>
          </a:p>
          <a:p>
            <a:r>
              <a:t> case 0: if (temp_tenths&gt;=300) return 1;</a:t>
            </a:r>
          </a:p>
          <a:p>
            <a:r>
              <a:t>         if (temp_tenths&lt;=280) return 0;</a:t>
            </a:r>
          </a:p>
          <a:p>
            <a:r>
              <a:t>         return previous != 0;</a:t>
            </a:r>
          </a:p>
          <a:p>
            <a:r>
              <a:t> case 1: return 1;</a:t>
            </a:r>
          </a:p>
          <a:p>
            <a:r>
              <a:t> case 2: return 0;</a:t>
            </a:r>
          </a:p>
          <a:p>
            <a:r>
              <a:t> default: return 0;</a:t>
            </a:r>
          </a:p>
          <a:p>
            <a:r>
              <a:t> }</a:t>
            </a:r>
          </a:p>
          <a:p>
            <a:r>
              <a:t>}</a:t>
            </a:r>
          </a:p>
          <a:p/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CONFIG</a:t>
            </a:r>
          </a:p>
          <a:p>
            <a:r>
              <a:t>Design contract: Design C-compatible logic for this exact contract: Temperature uses tenths of degree; AUTO on at &gt;=300, off at &lt;=280, retained state between. Unknown mode fails OFF. Keep Arduino APIs in the C++ adapter.</a:t>
            </a:r>
          </a:p>
          <a:p>
            <a:r>
              <a:t>Vibe-code implementation: Implement Implement fan modes and hysteresis. Preserve logic.h, units and thresholds. Explain every assumption. Add independently predicted boundary tests; do not invent hardware/API evidence.</a:t>
            </a:r>
          </a:p>
          <a:p>
            <a:r>
              <a:t>Repair from evidence: Given the first failed assertion, explain expected versus actual, identify the smallest contract-preserving fix and add a regression test. Do not edit expected values to hide the defect.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EVIDENCE</a:t>
            </a:r>
          </a:p>
          <a:p>
            <a:r>
              <a:t>assert(fan_next(0,300,0)==1); assert(fan_next(0,290,1)==1);</a:t>
            </a:r>
          </a:p>
          <a:p>
            <a:r>
              <a:t>assert(fan_next(0,280,1)==0); assert(fan_next(0,290,0)==0);</a:t>
            </a:r>
          </a:p>
          <a:p>
            <a:r>
              <a:t>assert(fan_next(1,0,0)==1); assert(fan_next(2,500,1)==0);</a:t>
            </a:r>
          </a:p>
          <a:p>
            <a:r>
              <a:t>assert(fan_next(9,500,1)==0);</a:t>
            </a:r>
          </a:p>
          <a:p/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CASE</a:t>
            </a:r>
          </a:p>
          <a:p>
            <a:r>
              <a:t>Buffer capacity is 4; count 0..4; next 0..3; oldest sample overwritten. Empty mean returns 0. Samples are restricted to -1000..1000.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ARCH</a:t>
            </a:r>
          </a:p>
          <a:p>
            <a:r>
              <a:t>Buffer capacity is 4; count 0..4; next 0..3; oldest sample overwritten. Empty mean returns 0. Samples are restricted to -1000..1000.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typedef struct { int values[4]; unsigned next, count; } Ring;</a:t>
            </a:r>
          </a:p>
          <a:p>
            <a:r>
              <a:t>void ring_push(Ring *r, int value);</a:t>
            </a:r>
          </a:p>
          <a:p>
            <a:r>
              <a:t>int ring_mean(const Ring *r);</a:t>
            </a:r>
          </a:p>
          <a:p>
            <a:r>
              <a:t>#include "logic.h"</a:t>
            </a:r>
          </a:p>
          <a:p>
            <a:r>
              <a:t>void ring_push(Ring *r, int value) {</a:t>
            </a:r>
          </a:p>
          <a:p>
            <a:r>
              <a:t> if(value &lt; -1000 || value &gt; 1000) return;</a:t>
            </a:r>
          </a:p>
          <a:p>
            <a:r>
              <a:t> r-&gt;values[r-&gt;next] = value; r-&gt;next=(r-&gt;next+1u)%4u;</a:t>
            </a:r>
          </a:p>
          <a:p>
            <a:r>
              <a:t> if(r-&gt;count&lt;4u) r-&gt;count++;</a:t>
            </a:r>
          </a:p>
          <a:p>
            <a:r>
              <a:t>}</a:t>
            </a:r>
          </a:p>
          <a:p>
            <a:r>
              <a:t>int ring_mean(const Ring *r) {</a:t>
            </a:r>
          </a:p>
          <a:p>
            <a:r>
              <a:t> int sum=0; if(r-&gt;count==0) return 0;</a:t>
            </a:r>
          </a:p>
          <a:p>
            <a:r>
              <a:t> for(unsigned i=0;i&lt;r-&gt;count;i++) sum+=r-&gt;values[i];</a:t>
            </a:r>
          </a:p>
          <a:p>
            <a:r>
              <a:t> return sum/(int)r-&gt;count;</a:t>
            </a:r>
          </a:p>
          <a:p>
            <a:r>
              <a:t>}</a:t>
            </a:r>
          </a:p>
          <a:p/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CONFIG</a:t>
            </a:r>
          </a:p>
          <a:p>
            <a:r>
              <a:t>Design contract: Design C-compatible logic for this exact contract: Buffer capacity is 4; count 0..4; next 0..3; oldest sample overwritten. Empty mean returns 0. Samples are restricted to -1000..1000. Keep Arduino APIs in the C++ adapter.</a:t>
            </a:r>
          </a:p>
          <a:p>
            <a:r>
              <a:t>Vibe-code implementation: Implement Use an array-backed ring buffer. Preserve logic.h, units and thresholds. Explain every assumption. Add independently predicted boundary tests; do not invent hardware/API evidence.</a:t>
            </a:r>
          </a:p>
          <a:p>
            <a:r>
              <a:t>Repair from evidence: Given the first failed assertion, explain expected versus actual, identify the smallest contract-preserving fix and add a regression test. Do not edit expected values to hide the defect.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EVIDENCE</a:t>
            </a:r>
          </a:p>
          <a:p>
            <a:r>
              <a:t>Ring r={{0},0,0}; assert(ring_mean(&amp;r)==0);</a:t>
            </a:r>
          </a:p>
          <a:p>
            <a:r>
              <a:t>ring_push(&amp;r,10); ring_push(&amp;r,20); assert(ring_mean(&amp;r)==15);</a:t>
            </a:r>
          </a:p>
          <a:p>
            <a:r>
              <a:t>ring_push(&amp;r,30); ring_push(&amp;r,40); ring_push(&amp;r,50);</a:t>
            </a:r>
          </a:p>
          <a:p>
            <a:r>
              <a:t>assert(r.count==4); assert(r.next==1); assert(ring_mean(&amp;r)==35);</a:t>
            </a:r>
          </a:p>
          <a:p>
            <a:r>
              <a:t>ring_push(&amp;r,1001); assert(ring_mean(&amp;r)==35);</a:t>
            </a:r>
          </a:p>
          <a:p/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CASE</a:t>
            </a:r>
          </a:p>
          <a:p>
            <a:r>
              <a:t>Temperature text fits caller capacity; snprintf truncation returns -1. Status bit 0=fan, bit 1=fault; other bits zero.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ARCH</a:t>
            </a:r>
          </a:p>
          <a:p>
            <a:r>
              <a:t>Temperature text fits caller capacity; snprintf truncation returns -1. Status bit 0=fan, bit 1=fault; other bits zero.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uint8_t status_flags(int fan, int fault);</a:t>
            </a:r>
          </a:p>
          <a:p>
            <a:r>
              <a:t>int status_text(char *out, size_t cap, int temp);</a:t>
            </a:r>
          </a:p>
          <a:p>
            <a:r>
              <a:t>#include "logic.h"</a:t>
            </a:r>
          </a:p>
          <a:p>
            <a:r>
              <a:t>#include &lt;stdio.h&gt;</a:t>
            </a:r>
          </a:p>
          <a:p>
            <a:r>
              <a:t>uint8_t status_flags(int fan,int fault) {</a:t>
            </a:r>
          </a:p>
          <a:p>
            <a:r>
              <a:t> return (uint8_t)((fan?1u:0u) | (fault?2u:0u));</a:t>
            </a:r>
          </a:p>
          <a:p>
            <a:r>
              <a:t>}</a:t>
            </a:r>
          </a:p>
          <a:p>
            <a:r>
              <a:t>int status_text(char *out,size_t cap,int temp) {</a:t>
            </a:r>
          </a:p>
          <a:p>
            <a:r>
              <a:t> int n=snprintf(out,cap,"T=%d",temp);</a:t>
            </a:r>
          </a:p>
          <a:p>
            <a:r>
              <a:t> return n&lt;0 || (size_t)n&gt;=cap ? -1 : n;</a:t>
            </a:r>
          </a:p>
          <a:p>
            <a:r>
              <a:t>}</a:t>
            </a:r>
          </a:p>
          <a:p/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CONFIG</a:t>
            </a:r>
          </a:p>
          <a:p>
            <a:r>
              <a:t>Design contract: Design C-compatible logic for this exact contract: Temperature text fits caller capacity; snprintf truncation returns -1. Status bit 0=fan, bit 1=fault; other bits zero. Keep Arduino APIs in the C++ adapter.</a:t>
            </a:r>
          </a:p>
          <a:p>
            <a:r>
              <a:t>Vibe-code implementation: Implement Encode bounded status records. Preserve logic.h, units and thresholds. Explain every assumption. Add independently predicted boundary tests; do not invent hardware/API evidence.</a:t>
            </a:r>
          </a:p>
          <a:p>
            <a:r>
              <a:t>Repair from evidence: Given the first failed assertion, explain expected versus actual, identify the smallest contract-preserving fix and add a regression test. Do not edit expected values to hide the defect.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EVIDENCE</a:t>
            </a:r>
          </a:p>
          <a:p>
            <a:r>
              <a:t>char out[16]; assert(status_flags(1,1)==3);</a:t>
            </a:r>
          </a:p>
          <a:p>
            <a:r>
              <a:t>assert(status_flags(0,1)==2); assert(status_flags(0,0)==0);</a:t>
            </a:r>
          </a:p>
          <a:p>
            <a:r>
              <a:t>assert(status_text(out,sizeof out,250)==5);</a:t>
            </a:r>
          </a:p>
          <a:p>
            <a:r>
              <a:t>assert(strcmp(out,"T=250")==0);</a:t>
            </a:r>
          </a:p>
          <a:p>
            <a:r>
              <a:t>assert(status_text(out,3,250)==-1);</a:t>
            </a:r>
          </a:p>
          <a:p/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DIVIDER | Anchor: MODEL</a:t>
            </a:r>
          </a:p>
          <a:p>
            <a:r>
              <a:t>Contracts, interoperability and fault evidence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ARCH</a:t>
            </a:r>
          </a:p>
          <a:p>
            <a:r>
              <a:t>bytes -&gt; fixed-capacity receive buffer</a:t>
            </a:r>
          </a:p>
          <a:p>
            <a:r>
              <a:t>newline -&gt; complete message</a:t>
            </a:r>
          </a:p>
          <a:p>
            <a:r>
              <a:t>overflow -&gt; discard until newline</a:t>
            </a:r>
          </a:p>
          <a:p>
            <a:r>
              <a:t>complete line -&gt; parse_led()</a:t>
            </a:r>
          </a:p>
          <a:p>
            <a:r>
              <a:t>accepted -&gt; bounded LED request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ARCH</a:t>
            </a:r>
          </a:p>
          <a:p>
            <a:r>
              <a:t>Legal lines = LED=0 and LED=1 only.; Forbidden = Spaces, extra fields and semicolon chaining.; Atomic failure = Previous state remains unchanged.; Budget = Process a bounded number of bytes per loop.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ARCH</a:t>
            </a:r>
          </a:p>
          <a:p>
            <a:r>
              <a:t>Split/overlong command; Accumulate complete line safely or discard the entire frame.; Invalid LED=1;PUMP=1 does not change the prior value.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if (strcmp(line,"LED=0")==0) {</a:t>
            </a:r>
          </a:p>
          <a:p>
            <a:r>
              <a:t> *value=0; return 1;</a:t>
            </a:r>
          </a:p>
          <a:p>
            <a:r>
              <a:t>}</a:t>
            </a:r>
          </a:p>
          <a:p>
            <a:r>
              <a:t>if (strcmp(line,"LED=1")==0) {</a:t>
            </a:r>
          </a:p>
          <a:p>
            <a:r>
              <a:t> *value=1; return 1;</a:t>
            </a:r>
          </a:p>
          <a:p>
            <a:r>
              <a:t>}</a:t>
            </a:r>
          </a:p>
          <a:p>
            <a:r>
              <a:t>return 0;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Input = Valid NUL-terminated bounded string.; Output pointer = Valid caller-owned int.; Accepted = Sets0 or1.; Rejected = Leaves existing output unchanged.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Prefix acceptance; Replace starts-with checks with exact schema validation.; LED=2, leading space and chained text reject while prior value7 stays7.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uint32_t age = now - sample.stamp;</a:t>
            </a:r>
          </a:p>
          <a:p>
            <a:r>
              <a:t>int fresh = age &lt;= 5000u;</a:t>
            </a:r>
          </a:p>
          <a:p>
            <a:r>
              <a:t>int units_ok = sample.temp_tenths &gt;= -400</a:t>
            </a:r>
          </a:p>
          <a:p>
            <a:r>
              <a:t>            &amp;&amp; sample.temp_tenths &lt;= 1250;</a:t>
            </a:r>
          </a:p>
          <a:p>
            <a:r>
              <a:t>/* display/log only validated sample */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Fresh = Age0..5000 ms.; Stale = Age5001 ms and above.; Temperature = -400..1250 tenths.; Humidity = 0..100 percent.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Stale-but-plausible data; Show a fault/stale state rather than treat old temperature as live.; 5000 ms accepts;5001 rejects;2500 tenths rejects.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CONFIG</a:t>
            </a:r>
          </a:p>
          <a:p>
            <a:r>
              <a:t>MCU I2C -&gt; address -&gt; peripheral</a:t>
            </a:r>
          </a:p>
          <a:p>
            <a:r>
              <a:t>A4/A5: pullups to3.3 V only</a:t>
            </a:r>
          </a:p>
          <a:p>
            <a:r>
              <a:t>Qwiic: I2C4 PD13/PD12</a:t>
            </a:r>
          </a:p>
          <a:p>
            <a:r>
              <a:t>LCD address: check actual module</a:t>
            </a:r>
          </a:p>
          <a:p>
            <a:r>
              <a:t>shared bus: unique addresses and safe levels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CONFIG</a:t>
            </a:r>
          </a:p>
          <a:p>
            <a:r>
              <a:t>Before connection = Read peripheral voltage/interface manual.; Address evidence = Scan only on correctly reviewed wiring.; Display test = Write short known text and inspect rendering.; Interoperability = Document detection and fix, not just final success.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CONFIG</a:t>
            </a:r>
          </a:p>
          <a:p>
            <a:r>
              <a:t>Blank LCD; Check address, bus instance, pull-ups and compatible library in that order.; Record actual LCD address and measured visible text; mock tests cannot prove this.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ARCH</a:t>
            </a:r>
          </a:p>
          <a:p>
            <a:r>
              <a:t>validated Sample -&gt; explicit CSV</a:t>
            </a:r>
          </a:p>
          <a:p>
            <a:r>
              <a:t>logger adapter -&gt; selected SD library</a:t>
            </a:r>
          </a:p>
          <a:p>
            <a:r>
              <a:t>write result -&gt; close/flush</a:t>
            </a:r>
          </a:p>
          <a:p>
            <a:r>
              <a:t>readback -&gt; compare field values</a:t>
            </a:r>
          </a:p>
          <a:p>
            <a:r>
              <a:t>storage fault -&gt; record safe degraded state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ARCH</a:t>
            </a:r>
          </a:p>
          <a:p>
            <a:r>
              <a:t>Schema = temp_tenths,humidity in the host mock.; Target API = Verified selected-core SD library only.; Integrity = Check rows/values and malformed data.; Evidence = Host CSV formatting is distinct from actual card access.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ARCH</a:t>
            </a:r>
          </a:p>
          <a:p>
            <a:r>
              <a:t>Logging claim without card; Mark physical SD test NOT RUN and retain mock format evidence.; Actual file readback contains the known sample row; otherwise report the observed fault.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|Anchor CODE</a:t>
            </a:r>
          </a:p>
          <a:p>
            <a:r>
              <a:t>if (sensor_ok != 1) return 0;</a:t>
            </a:r>
          </a:p>
          <a:p>
            <a:r>
              <a:t>if (moisture &lt; 0 || moisture &gt; 100) return 0;</a:t>
            </a:r>
          </a:p>
          <a:p>
            <a:r>
              <a:t>if (age_ms &gt; 2000u) return 0;</a:t>
            </a:r>
          </a:p>
          <a:p>
            <a:r>
              <a:t>return moisture &lt; 30;</a:t>
            </a:r>
          </a:p>
          <a:p>
            <a:r>
              <a:t>Literal logical OR is retained; each invalid condition independently rejects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Dry = 29 percent requests1 if valid/fresh.; Wet boundary = 30 percent requests0.; Stale boundary = 2001 ms requests0.; Invalid Boolean = sensor_ok2 requests0.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Unsafe default; Put all validation gates before the positive dry-soil branch.; Dry valid case passes; each fault independently produces0.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EVIDENCE</a:t>
            </a:r>
          </a:p>
          <a:p>
            <a:r>
              <a:t>input: moisture29, age2000, ok1</a:t>
            </a:r>
          </a:p>
          <a:p>
            <a:r>
              <a:t>requirement: dry AND fresh AND valid</a:t>
            </a:r>
          </a:p>
          <a:p>
            <a:r>
              <a:t>expected: request1</a:t>
            </a:r>
          </a:p>
          <a:p>
            <a:r>
              <a:t>input: moisture29, age2001, ok1</a:t>
            </a:r>
          </a:p>
          <a:p>
            <a:r>
              <a:t>requirement: stale means safe-off</a:t>
            </a:r>
          </a:p>
          <a:p>
            <a:r>
              <a:t>expected: request0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EVIDENCE</a:t>
            </a:r>
          </a:p>
          <a:p>
            <a:r>
              <a:t>Positive test = Proves an allowed path works.; Negative test = Proves a forbidden path is blocked.; Mutation check = Change &gt;2000 to &gt;=2000 and observe boundary test failure.; Coverage limit = Passing examples do not prove all hardware safety.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EVIDENCE</a:t>
            </a:r>
          </a:p>
          <a:p>
            <a:r>
              <a:t>Tautological test; Write expected constants from the requirement before running implementation.; At2000 ms valid dry input1; at2001 ms0 catches the off-by-one mutation.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MODEL</a:t>
            </a:r>
          </a:p>
          <a:p>
            <a:r>
              <a:t>functional: correct output for input</a:t>
            </a:r>
          </a:p>
          <a:p>
            <a:r>
              <a:t>timing: response within contract</a:t>
            </a:r>
          </a:p>
          <a:p>
            <a:r>
              <a:t>data: unit/range/schema consistent</a:t>
            </a:r>
          </a:p>
          <a:p>
            <a:r>
              <a:t>resource: bounded memory/work</a:t>
            </a:r>
          </a:p>
          <a:p>
            <a:r>
              <a:t>fault: safe rejection and recovery</a:t>
            </a:r>
          </a:p>
          <a:p>
            <a:r>
              <a:t>evidence: repeatable readback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MODEL</a:t>
            </a:r>
          </a:p>
          <a:p>
            <a:r>
              <a:t>Host evidence = Assertions, warning gate, deterministic fixtures.; Integration evidence = Known sample passes through display/log mocks.; Physical evidence = Board timestamps, visible output and storage readback.; Issue report = Symptom, cause, fix and retest for at least two issues.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MODEL</a:t>
            </a:r>
          </a:p>
          <a:p>
            <a:r>
              <a:t>Works-once claim; Repeat a known case and an injected fault; retain both observed outcomes.; Verification report distinguishes logic, integration and physical evidence categories.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ARCH</a:t>
            </a:r>
          </a:p>
          <a:p>
            <a:r>
              <a:t>#include &lt;Arduino_RouterBridge.h&gt;</a:t>
            </a:r>
          </a:p>
          <a:p>
            <a:r>
              <a:t>Bridge.begin();</a:t>
            </a:r>
          </a:p>
          <a:p>
            <a:r>
              <a:t>Monitor.begin(115200);</a:t>
            </a:r>
          </a:p>
          <a:p>
            <a:r>
              <a:t>Bridge.provide_safe("set_permit", set_permit);</a:t>
            </a:r>
          </a:p>
          <a:p>
            <a:r>
              <a:t>// Python: Bridge.call("set_permit", value, timeout=1.0)</a:t>
            </a:r>
          </a:p>
          <a:p>
            <a:r>
              <a:t>// MCU Bridge.call returns async RpcCall; result(ref) blocks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ARCH</a:t>
            </a:r>
          </a:p>
          <a:p>
            <a:r>
              <a:t>Python timeout = Explicit1.0s, not default10s; reject timeout/error.; MCU return = RpcCall.result(ref) is blocking, bool success, result read once.; Handler policy = Validate0/1 and use a TTL lease in deterministic MCU logic.; Physical evidence = Host mock is not proof of actual RPC send/receive/readback.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ARCH</a:t>
            </a:r>
          </a:p>
          <a:p>
            <a:r>
              <a:t>Assumed SDK; Check official versioned Bridge API and compile a minimal verified example.; Host allowlist passes first; actual RPC requires separate send/receive/readback record.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CASE</a:t>
            </a:r>
          </a:p>
          <a:p>
            <a:r>
              <a:t>Input is NUL-terminated exact text, line terminator removed by transport. Parser does not accept spaces, extra tokens or unbounded commands.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ARCH</a:t>
            </a:r>
          </a:p>
          <a:p>
            <a:r>
              <a:t>Input is NUL-terminated exact text, line terminator removed by transport. Parser does not accept spaces, extra tokens or unbounded commands.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int parse_led(const char *line, int *value);</a:t>
            </a:r>
          </a:p>
          <a:p>
            <a:r>
              <a:t>#include "logic.h"</a:t>
            </a:r>
          </a:p>
          <a:p>
            <a:r>
              <a:t>#include &lt;string.h&gt;</a:t>
            </a:r>
          </a:p>
          <a:p>
            <a:r>
              <a:t>int parse_led(const char *line,int *value) {</a:t>
            </a:r>
          </a:p>
          <a:p>
            <a:r>
              <a:t> if(strcmp(line,"LED=0")==0) { *value=0; return 1; }</a:t>
            </a:r>
          </a:p>
          <a:p>
            <a:r>
              <a:t> if(strcmp(line,"LED=1")==0) { *value=1; return 1; }</a:t>
            </a:r>
          </a:p>
          <a:p>
            <a:r>
              <a:t> return 0;</a:t>
            </a:r>
          </a:p>
          <a:p>
            <a:r>
              <a:t>}</a:t>
            </a:r>
          </a:p>
          <a:p/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CONFIG</a:t>
            </a:r>
          </a:p>
          <a:p>
            <a:r>
              <a:t>Design contract: Design C-compatible logic for this exact contract: Input is NUL-terminated exact text, line terminator removed by transport. Parser does not accept spaces, extra tokens or unbounded commands. Keep Arduino APIs in the C++ adapter.</a:t>
            </a:r>
          </a:p>
          <a:p>
            <a:r>
              <a:t>Vibe-code implementation: Implement Parse a bounded serial command. Preserve logic.h, units and thresholds. Explain every assumption. Add independently predicted boundary tests; do not invent hardware/API evidence.</a:t>
            </a:r>
          </a:p>
          <a:p>
            <a:r>
              <a:t>Repair from evidence: Given the first failed assertion, explain expected versus actual, identify the smallest contract-preserving fix and add a regression test. Do not edit expected values to hide the defect.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EVIDENCE</a:t>
            </a:r>
          </a:p>
          <a:p>
            <a:r>
              <a:t>int value=7; assert(parse_led("LED=1",&amp;value)==1 &amp;&amp; value==1);</a:t>
            </a:r>
          </a:p>
          <a:p>
            <a:r>
              <a:t>assert(parse_led("LED=0",&amp;value)==1 &amp;&amp; value==0);</a:t>
            </a:r>
          </a:p>
          <a:p>
            <a:r>
              <a:t>value=7; assert(parse_led("LED=2",&amp;value)==0 &amp;&amp; value==7);</a:t>
            </a:r>
          </a:p>
          <a:p>
            <a:r>
              <a:t>assert(parse_led("LED=1;PUMP=1",&amp;value)==0);</a:t>
            </a:r>
          </a:p>
          <a:p>
            <a:r>
              <a:t>assert(parse_led(" LED=1",&amp;value)==0);</a:t>
            </a:r>
          </a:p>
          <a:p/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CASE</a:t>
            </a:r>
          </a:p>
          <a:p>
            <a:r>
              <a:t>Sample temperature is tenths of degree, humidity percent 0..100, timestamp ms. Valid temperature -400..1250; stale after 5000 ms.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ARCH</a:t>
            </a:r>
          </a:p>
          <a:p>
            <a:r>
              <a:t>Sample temperature is tenths of degree, humidity percent 0..100, timestamp ms. Valid temperature -400..1250; stale after 5000 ms.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typedef struct { int temp_tenths, humidity; uint32_t stamp; } Sample;</a:t>
            </a:r>
          </a:p>
          <a:p>
            <a:r>
              <a:t>int sample_valid(const Sample *s, uint32_t now);</a:t>
            </a:r>
          </a:p>
          <a:p>
            <a:r>
              <a:t>int sample_csv(char *out, size_t cap, const Sample *s);</a:t>
            </a:r>
          </a:p>
          <a:p>
            <a:r>
              <a:t>#include "logic.h"</a:t>
            </a:r>
          </a:p>
          <a:p>
            <a:r>
              <a:t>#include &lt;stdio.h&gt;</a:t>
            </a:r>
          </a:p>
          <a:p>
            <a:r>
              <a:t>int sample_valid(const Sample *s,uint32_t now) {</a:t>
            </a:r>
          </a:p>
          <a:p>
            <a:r>
              <a:t> return s-&gt;temp_tenths&gt;=-400 &amp;&amp; s-&gt;temp_tenths&lt;=1250 &amp;&amp;</a:t>
            </a:r>
          </a:p>
          <a:p>
            <a:r>
              <a:t> s-&gt;humidity&gt;=0 &amp;&amp; s-&gt;humidity&lt;=100 &amp;&amp;</a:t>
            </a:r>
          </a:p>
          <a:p>
            <a:r>
              <a:t> (uint32_t)(now-s-&gt;stamp)&lt;=5000u;</a:t>
            </a:r>
          </a:p>
          <a:p>
            <a:r>
              <a:t>}</a:t>
            </a:r>
          </a:p>
          <a:p>
            <a:r>
              <a:t>int sample_csv(char *out,size_t cap,const Sample *s) {</a:t>
            </a:r>
          </a:p>
          <a:p>
            <a:r>
              <a:t> int n=snprintf(out,cap,"%d,%d",s-&gt;temp_tenths,s-&gt;humidity);</a:t>
            </a:r>
          </a:p>
          <a:p>
            <a:r>
              <a:t> return n&lt;0 || (size_t)n&gt;=cap ? -1 : n;</a:t>
            </a:r>
          </a:p>
          <a:p>
            <a:r>
              <a:t>}</a:t>
            </a:r>
          </a:p>
          <a:p/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CONFIG</a:t>
            </a:r>
          </a:p>
          <a:p>
            <a:r>
              <a:t>Design contract: Design C-compatible logic for this exact contract: Sample temperature is tenths of degree, humidity percent 0..100, timestamp ms. Valid temperature -400..1250; stale after 5000 ms. Keep Arduino APIs in the C++ adapter.</a:t>
            </a:r>
          </a:p>
          <a:p>
            <a:r>
              <a:t>Vibe-code implementation: Implement Integrate sensor display and logging. Preserve logic.h, units and thresholds. Explain every assumption. Add independently predicted boundary tests; do not invent hardware/API evidence.</a:t>
            </a:r>
          </a:p>
          <a:p>
            <a:r>
              <a:t>Repair from evidence: Given the first failed assertion, explain expected versus actual, identify the smallest contract-preserving fix and add a regression test. Do not edit expected values to hide the defect.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EVIDENCE</a:t>
            </a:r>
          </a:p>
          <a:p>
            <a:r>
              <a:t>Sample s={250,60,100}; char out[32];</a:t>
            </a:r>
          </a:p>
          <a:p>
            <a:r>
              <a:t>assert(sample_valid(&amp;s,5100)==1); assert(sample_valid(&amp;s,5101)==0);</a:t>
            </a:r>
          </a:p>
          <a:p>
            <a:r>
              <a:t>assert(sample_csv(out,sizeof out,&amp;s)==6); assert(strcmp(out,"250,60")==0);</a:t>
            </a:r>
          </a:p>
          <a:p>
            <a:r>
              <a:t>s.humidity=101; assert(sample_valid(&amp;s,100)==0);</a:t>
            </a:r>
          </a:p>
          <a:p>
            <a:r>
              <a:t>s.humidity=60; s.temp_tenths=2500; assert(sample_valid(&amp;s,100)==0);</a:t>
            </a:r>
          </a:p>
          <a:p>
            <a:r>
              <a:t>assert(sample_csv(out,2,&amp;s)==-1);</a:t>
            </a:r>
          </a:p>
          <a:p/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CASE</a:t>
            </a:r>
          </a:p>
          <a:p>
            <a:r>
              <a:t>Moisture 0..100 percent; sensor_ok 0/1. Output is ON only below 30 with age&lt;=2000 ms and sensor_ok true; all other cases OFF.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ARCH</a:t>
            </a:r>
          </a:p>
          <a:p>
            <a:r>
              <a:t>Moisture 0..100 percent; sensor_ok 0/1. Output is ON only below 30 with age&lt;=2000 ms and sensor_ok true; all other cases OFF.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int water_request(int moisture, unsigned age_ms, int sensor_ok);</a:t>
            </a:r>
          </a:p>
          <a:p>
            <a:r>
              <a:t>#include "logic.h"</a:t>
            </a:r>
          </a:p>
          <a:p>
            <a:r>
              <a:t>int water_request(int moisture,unsigned age_ms,int sensor_ok) {</a:t>
            </a:r>
          </a:p>
          <a:p>
            <a:r>
              <a:t> if(sensor_ok!=1 || moisture&lt;0 || moisture&gt;100 || age_ms&gt;2000u) return 0;</a:t>
            </a:r>
          </a:p>
          <a:p>
            <a:r>
              <a:t> return moisture&lt;30;</a:t>
            </a:r>
          </a:p>
          <a:p>
            <a:r>
              <a:t>}</a:t>
            </a:r>
          </a:p>
          <a:p/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CONFIG</a:t>
            </a:r>
          </a:p>
          <a:p>
            <a:r>
              <a:t>Design contract: Design C-compatible logic for this exact contract: Moisture 0..100 percent; sensor_ok 0/1. Output is ON only below 30 with age&lt;=2000 ms and sensor_ok true; all other cases OFF. Keep Arduino APIs in the C++ adapter.</a:t>
            </a:r>
          </a:p>
          <a:p>
            <a:r>
              <a:t>Vibe-code implementation: Implement Build a fault-injection gate. Preserve logic.h, units and thresholds. Explain every assumption. Add independently predicted boundary tests; do not invent hardware/API evidence.</a:t>
            </a:r>
          </a:p>
          <a:p>
            <a:r>
              <a:t>Repair from evidence: Given the first failed assertion, explain expected versus actual, identify the smallest contract-preserving fix and add a regression test. Do not edit expected values to hide the defect.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EVIDENCE</a:t>
            </a:r>
          </a:p>
          <a:p>
            <a:r>
              <a:t>assert(water_request(29,2000,1)==1); assert(water_request(30,2000,1)==0);</a:t>
            </a:r>
          </a:p>
          <a:p>
            <a:r>
              <a:t>assert(water_request(29,2001,1)==0); assert(water_request(29,0,0)==0);</a:t>
            </a:r>
          </a:p>
          <a:p>
            <a:r>
              <a:t>assert(water_request(-1,0,1)==0); assert(water_request(101,0,1)==0);</a:t>
            </a:r>
          </a:p>
          <a:p>
            <a:r>
              <a:t>assert(water_request(29,0,2)==0);</a:t>
            </a:r>
          </a:p>
          <a:p/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CASE</a:t>
            </a:r>
          </a:p>
          <a:p>
            <a:r>
              <a:t>AI-generated conceptual scenario illustration; not a wiring plan or measured hardware evidence.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DIVIDER | Anchor: MODEL</a:t>
            </a:r>
          </a:p>
          <a:p>
            <a:r>
              <a:t>User-aligned documentation and bounded extension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MODEL</a:t>
            </a:r>
          </a:p>
          <a:p>
            <a:r>
              <a:t>R1 dry soil -&gt; safe_request -&gt; test29 -&gt; ON</a:t>
            </a:r>
          </a:p>
          <a:p>
            <a:r>
              <a:t>R2 wet soil -&gt; safe_request -&gt; test30 -&gt; OFF</a:t>
            </a:r>
          </a:p>
          <a:p>
            <a:r>
              <a:t>R3 fault/disable -&gt; guard -&gt; invalid tests -&gt; OFF</a:t>
            </a:r>
          </a:p>
          <a:p>
            <a:r>
              <a:t>R4 hardware timing -&gt; board record -&gt; NOT RUN</a:t>
            </a:r>
          </a:p>
          <a:p>
            <a:r>
              <a:t>R5 maintenance -&gt; header + diagram + report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MODEL</a:t>
            </a:r>
          </a:p>
          <a:p>
            <a:r>
              <a:t>Annotated source = Why the guard exists and what units it expects.; Architecture = Data path, ownership and hardware boundary.; I/O specification = Ranges, polarity, timing and driver assumptions.; Project report = Evidence, known limits, changes and support.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MODEL</a:t>
            </a:r>
          </a:p>
          <a:p>
            <a:r>
              <a:t>Unmapped narrative; Add a requirement ID and evidence link to every claimed behaviour.; R1/R2/R3 map to actual assertions; hardware requirement status remains truthful.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ARCH</a:t>
            </a:r>
          </a:p>
          <a:p>
            <a:r>
              <a:t>soil sensor adapter -&gt; percentage</a:t>
            </a:r>
          </a:p>
          <a:p>
            <a:r>
              <a:t>percentage -&gt; valid/fresh gate</a:t>
            </a:r>
          </a:p>
          <a:p>
            <a:r>
              <a:t>gate -&gt; request policy</a:t>
            </a:r>
          </a:p>
          <a:p>
            <a:r>
              <a:t>request -&gt; driver adapter</a:t>
            </a:r>
          </a:p>
          <a:p>
            <a:r>
              <a:t>status -&gt; LCD/log adapters</a:t>
            </a:r>
          </a:p>
          <a:p>
            <a:r>
              <a:t>power safety -&gt; separate approved circuit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ARCH</a:t>
            </a:r>
          </a:p>
          <a:p>
            <a:r>
              <a:t>Sensor input = Raw count and conversion setting.; Logic input = Percentage0..100 plus freshness.; Actuator output = Boolean request to a rated driver.; Physical review = Exact pinout and peripheral manuals are required.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ARCH</a:t>
            </a:r>
          </a:p>
          <a:p>
            <a:r>
              <a:t>Illustration as wiring; Label AI-generated scenario imagery conceptual, not hardware reference.; Maintainer can identify data units and unresolved power/driver checks from the docs.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ARCH</a:t>
            </a:r>
          </a:p>
          <a:p>
            <a:r>
              <a:t>optional local model -&gt; mock/real proposal</a:t>
            </a:r>
          </a:p>
          <a:p>
            <a:r>
              <a:t>proposal {value,confidence,age_ms}</a:t>
            </a:r>
          </a:p>
          <a:p>
            <a:r>
              <a:t>policy: LED only, value0/1</a:t>
            </a:r>
          </a:p>
          <a:p>
            <a:r>
              <a:t>confidence80..100, age&lt;=1000</a:t>
            </a:r>
          </a:p>
          <a:p>
            <a:r>
              <a:t>invalid -&gt; reject (-1)</a:t>
            </a:r>
          </a:p>
          <a:p>
            <a:r>
              <a:t>accepted -&gt; bounded MCU request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ARCH</a:t>
            </a:r>
          </a:p>
          <a:p>
            <a:r>
              <a:t>Value = Exactly0 or1.; Confidence = Teaching field80..100; not calibrated accuracy.; Age = 0..1000 ms.; Rejection = -1; no actuator change from an invalid proposal.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ARCH</a:t>
            </a:r>
          </a:p>
          <a:p>
            <a:r>
              <a:t>Untrusted natural language; Parse into a fixed schema and validate before any MCU call.; Value2,confidence79/101 and age1001 reject; boundary80/1000 accepts.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EVIDENCE</a:t>
            </a:r>
          </a:p>
          <a:p>
            <a:r>
              <a:t>Host logic tests: executed / pass count</a:t>
            </a:r>
          </a:p>
          <a:p>
            <a:r>
              <a:t>MCU compile: recorded / not run</a:t>
            </a:r>
          </a:p>
          <a:p>
            <a:r>
              <a:t>Board upload: recorded / not run</a:t>
            </a:r>
          </a:p>
          <a:p>
            <a:r>
              <a:t>LCD and SD: observed / not run</a:t>
            </a:r>
          </a:p>
          <a:p>
            <a:r>
              <a:t>Pump deployment: safety approval required</a:t>
            </a:r>
          </a:p>
          <a:p>
            <a:r>
              <a:t>Local AI performance: not measured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EVIDENCE</a:t>
            </a:r>
          </a:p>
          <a:p>
            <a:r>
              <a:t>Record fields = Date, variant, revision, tools, fixture and result.; Failure record = Expected, actual, cause, fix and retest.; Privacy = No NRIC, credentials or private assessment answers in learner repo.; Release = Course version2.0 and dated change record.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EVIDENCE</a:t>
            </a:r>
          </a:p>
          <a:p>
            <a:r>
              <a:t>Overclaimed completion; Replace claims with precise executed evidence and explicit open checks.; Another trainer can reproduce host results and identify physical checks still open.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/* proposed change: dry threshold30 -&gt;35 */</a:t>
            </a:r>
          </a:p>
          <a:p>
            <a:r>
              <a:t>/* update requirement R1 */</a:t>
            </a:r>
          </a:p>
          <a:p>
            <a:r>
              <a:t>/* add tests34/35 */</a:t>
            </a:r>
          </a:p>
          <a:p>
            <a:r>
              <a:t>/* review pump safety impacts */</a:t>
            </a:r>
          </a:p>
          <a:p>
            <a:r>
              <a:t>/* regenerate docs and slide references */</a:t>
            </a:r>
          </a:p>
          <a:p>
            <a:r>
              <a:t>/* versioned reviewed release */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Before change = 29/30 test the original boundary.; After approved change = 34/35 test the new boundary.; Unchanged safety = Invalid/stale input remains off.; Documentation = Date, reason, author and evidence are recorded.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Docs-only threshold edit; Do not alter documentation independently from code and acceptance tests.; An approved change has consistent requirement, implementation, tests and version record.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CONFIG</a:t>
            </a:r>
          </a:p>
          <a:p>
            <a:r>
              <a:t>/** @brief Validate a watering request.</a:t>
            </a:r>
          </a:p>
          <a:p>
            <a:r>
              <a:t> * @param moisture Percentage0..100.</a:t>
            </a:r>
          </a:p>
          <a:p>
            <a:r>
              <a:t> * @param age_ms Sample age in milliseconds.</a:t>
            </a:r>
          </a:p>
          <a:p>
            <a:r>
              <a:t> * @return 1 only if dry,valid,fresh;else0.</a:t>
            </a:r>
          </a:p>
          <a:p>
            <a:r>
              <a:t> * @note No GPIO side effects;not full pump safety.</a:t>
            </a:r>
          </a:p>
          <a:p>
            <a:r>
              <a:t> */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CONFIG</a:t>
            </a:r>
          </a:p>
          <a:p>
            <a:r>
              <a:t>Input = Annotated logic.h and logic.c.; Output = Readable function documentation and source links.; Validation = Check threshold and failure policies in generated text.; Optional tool = Doxygen installation is not needed for the host C gate.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CONFIG</a:t>
            </a:r>
          </a:p>
          <a:p>
            <a:r>
              <a:t>Generated misinformation; Correct source comments and regenerate; never patch only the rendered report.; Maintenance report includes header,architecture,I/O,trace matrix and truthful unrun checks.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CASE</a:t>
            </a:r>
          </a:p>
          <a:p>
            <a:r>
              <a:t>Named requirement IDs R1/R2/R3 map to dry/wet/fault evidence. safe_request requires enabled and valid moisture; no hardware claims in documentation.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ARCH</a:t>
            </a:r>
          </a:p>
          <a:p>
            <a:r>
              <a:t>Named requirement IDs R1/R2/R3 map to dry/wet/fault evidence. safe_request requires enabled and valid moisture; no hardware claims in documentation.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int safe_request(int enabled, int moisture);</a:t>
            </a:r>
          </a:p>
          <a:p>
            <a:r>
              <a:t>#include "logic.h"</a:t>
            </a:r>
          </a:p>
          <a:p>
            <a:r>
              <a:t>/* R1: dry soil requests water; R2: wet soil stays off.</a:t>
            </a:r>
          </a:p>
          <a:p>
            <a:r>
              <a:t> * R3: disabled/invalid sensing fails off. Unit: percent. */</a:t>
            </a:r>
          </a:p>
          <a:p>
            <a:r>
              <a:t>int safe_request(int enabled,int moisture) {</a:t>
            </a:r>
          </a:p>
          <a:p>
            <a:r>
              <a:t> if(enabled!=1 || moisture&lt;0 || moisture&gt;100) return 0;</a:t>
            </a:r>
          </a:p>
          <a:p>
            <a:r>
              <a:t> return moisture&lt;30;</a:t>
            </a:r>
          </a:p>
          <a:p>
            <a:r>
              <a:t>}</a:t>
            </a:r>
          </a:p>
          <a:p/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CONFIG</a:t>
            </a:r>
          </a:p>
          <a:p>
            <a:r>
              <a:t>Design contract: Design C-compatible logic for this exact contract: Named requirement IDs R1/R2/R3 map to dry/wet/fault evidence. safe_request requires enabled and valid moisture; no hardware claims in documentation. Keep Arduino APIs in the C++ adapter.</a:t>
            </a:r>
          </a:p>
          <a:p>
            <a:r>
              <a:t>Vibe-code implementation: Implement Document an irrigation interface. Preserve logic.h, units and thresholds. Explain every assumption. Add independently predicted boundary tests; do not invent hardware/API evidence.</a:t>
            </a:r>
          </a:p>
          <a:p>
            <a:r>
              <a:t>Repair from evidence: Given the first failed assertion, explain expected versus actual, identify the smallest contract-preserving fix and add a regression test. Do not edit expected values to hide the defect.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EVIDENCE</a:t>
            </a:r>
          </a:p>
          <a:p>
            <a:r>
              <a:t>assert(safe_request(1,29)==1); assert(safe_request(1,30)==0);</a:t>
            </a:r>
          </a:p>
          <a:p>
            <a:r>
              <a:t>assert(safe_request(0,29)==0); assert(safe_request(1,-1)==0);</a:t>
            </a:r>
          </a:p>
          <a:p>
            <a:r>
              <a:t>assert(safe_request(1,101)==0);</a:t>
            </a:r>
          </a:p>
          <a:p/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CASE</a:t>
            </a:r>
          </a:p>
          <a:p>
            <a:r>
              <a:t>Proposal value is 0/1; confidence integer 0..100, minimum 80; age&lt;=1000 ms. Invalid suggestion returns -1 and must not reach an actuator.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ARCH</a:t>
            </a:r>
          </a:p>
          <a:p>
            <a:r>
              <a:t>Proposal value is 0/1; confidence integer 0..100, minimum 80; age&lt;=1000 ms. Invalid suggestion returns -1 and must not reach an actuator.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CODE</a:t>
            </a:r>
          </a:p>
          <a:p>
            <a:r>
              <a:t>int proposal_led(int value, int confidence, unsigned age_ms);</a:t>
            </a:r>
          </a:p>
          <a:p>
            <a:r>
              <a:t>#include "logic.h"</a:t>
            </a:r>
          </a:p>
          <a:p>
            <a:r>
              <a:t>int proposal_led(int value,int confidence,unsigned age_ms) {</a:t>
            </a:r>
          </a:p>
          <a:p>
            <a:r>
              <a:t> if((value!=0 &amp;&amp; value!=1) || confidence&lt;80 || confidence&gt;100 || age_ms&gt;1000u) return -1;</a:t>
            </a:r>
          </a:p>
          <a:p>
            <a:r>
              <a:t> return value;</a:t>
            </a:r>
          </a:p>
          <a:p>
            <a:r>
              <a:t>}</a:t>
            </a:r>
          </a:p>
          <a:p/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CONFIG</a:t>
            </a:r>
          </a:p>
          <a:p>
            <a:r>
              <a:t>Design contract: Design C-compatible logic for this exact contract: Proposal value is 0/1; confidence integer 0..100, minimum 80; age&lt;=1000 ms. Invalid suggestion returns -1 and must not reach an actuator. Keep Arduino APIs in the C++ adapter.</a:t>
            </a:r>
          </a:p>
          <a:p>
            <a:r>
              <a:t>Vibe-code implementation: Implement Bound a UNO Q local-AI suggestion. Preserve logic.h, units and thresholds. Explain every assumption. Add independently predicted boundary tests; do not invent hardware/API evidence.</a:t>
            </a:r>
          </a:p>
          <a:p>
            <a:r>
              <a:t>Repair from evidence: Given the first failed assertion, explain expected versus actual, identify the smallest contract-preserving fix and add a regression test. Do not edit expected values to hide the defect.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EVIDENCE</a:t>
            </a:r>
          </a:p>
          <a:p>
            <a:r>
              <a:t>assert(proposal_led(1,80,1000)==1); assert(proposal_led(0,100,0)==0);</a:t>
            </a:r>
          </a:p>
          <a:p>
            <a:r>
              <a:t>assert(proposal_led(1,79,0)==-1); assert(proposal_led(2,99,0)==-1);</a:t>
            </a:r>
          </a:p>
          <a:p>
            <a:r>
              <a:t>assert(proposal_led(1,101,0)==-1); assert(proposal_led(1,90,1001)==-1);</a:t>
            </a:r>
          </a:p>
          <a:p/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FORMULA</a:t>
            </a:r>
          </a:p>
          <a:p>
            <a:r>
              <a:t>(raw*255+adc_max/2)/adc_max;fixture0,2048,4095.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| Anchor: EVIDENCE</a:t>
            </a:r>
          </a:p>
          <a:p>
            <a:r>
              <a:t>Ring values10,20,30,40,50;capacity4.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 | Anchor: MODEL</a:t>
            </a:r>
          </a:p>
          <a:p>
            <a:r>
              <a:t>Outcome recap;14 progressive activities.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 | Anchor: UI</a:t>
            </a:r>
          </a:p>
          <a:p>
            <a:r>
              <a:t>Schematic learner portal; no private learner data or answer-key links.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 | Anchor: MODEL</a:t>
            </a:r>
          </a:p>
          <a:p>
            <a:r>
              <a:t>Exact WA/PP durations and domain count from original same-course papers. Funding terms follow enrolment/SSG requirements; do not invent a new policy.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 | Anchor: MODEL</a:t>
            </a:r>
          </a:p>
          <a:p>
            <a:r>
              <a:t>Drive-original WA and PP each60min; hard-copy submission route remains assessor-issued.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 | Anchor: MODEL</a:t>
            </a:r>
          </a:p>
          <a:p>
            <a:r>
              <a:t>TRAQOM attendance, course-specific LMS, no invented QR code.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 | Anchor: MODEL</a:t>
            </a:r>
          </a:p>
          <a:p>
            <a:r>
              <a:t>Closing after Assessment,Flow,Attendance.</a:t>
            </a:r>
          </a:p>
          <a:p>
            <a:r>
              <a:t>Source: build/course_data.py + build/mechanisms.py. Version2.0.</a:t>
            </a:r>
          </a:p>
          <a:p>
            <a:r>
              <a:t>Hardware verification is separate from host logic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3039924-AI-Assisted-C-Programming-for-Arduino" TargetMode="Externa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0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8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0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9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0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4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5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6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8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9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0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3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4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8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9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0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1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3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4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5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6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8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9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0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1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2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3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4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5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6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8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9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0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1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2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3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4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5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6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8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9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0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1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02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3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4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5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6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8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9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0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1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2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3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4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5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6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8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9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0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1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2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3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4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5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6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8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9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0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1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32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233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4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Relationship Id="rId3" Type="http://schemas.openxmlformats.org/officeDocument/2006/relationships/notesSlide" Target="../notesSlides/notesSlide235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6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8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829800" y="603504"/>
            <a:ext cx="1691640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0" y="713232"/>
            <a:ext cx="16916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C / C++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1207008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ARDUINO UNO 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65379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AI-Assisted C Programming for Arduino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TGS-2023039924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2.0  ·  13 September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62356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Trainer: Dr Alfred Ang</a:t>
            </a:r>
          </a:p>
        </p:txBody>
      </p:sp>
      <p:pic>
        <p:nvPicPr>
          <p:cNvPr id="16" name="Course cover her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79" y="2514600"/>
            <a:ext cx="3703320" cy="2084225"/>
          </a:xfrm>
          <a:prstGeom prst="rect">
            <a:avLst/>
          </a:prstGeom>
        </p:spPr>
      </p:pic>
      <p:sp>
        <p:nvSpPr>
          <p:cNvPr id="17" name="Course cover hero caption"/>
          <p:cNvSpPr txBox="1"/>
          <p:nvPr/>
        </p:nvSpPr>
        <p:spPr>
          <a:xfrm>
            <a:off x="7726679" y="4645152"/>
            <a:ext cx="3703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372"/>
                </a:solidFill>
                <a:latin typeface="Arial"/>
              </a:rPr>
              <a:t>AI-generated conceptual illustration /not exact hardware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MANDATORY LEARNER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TRAQOM / SSG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 the course-specific digital attendance prompt supplied on the LMS.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Assessment attendance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 the separate assessment attendance record when directed.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Your identity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 only your own learner record; do not share sign-in details.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Trainer support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Ask the trainer if the course/session identity does not match.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GENERAL TRAINER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General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 before delivery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INDUSTRY / TRAINING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NAMED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Trainer / Tertiary Infotech Academy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COURSE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AI-Assisted C Programming for Arduino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FOCUS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Embedded software design and verification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TRAINING APPROACH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Specifications, C logic, progressive activities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KNOW THE 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Learner 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embedded programming experience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One system you want to build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One hardware or tooling constraint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CLASS WORKING AGREEMENT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Safety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Review voltage, driver and pinout before connecting.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Record what was run and what remains NOT RUN.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AI use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Review every generated patch against contracts and tests.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Learning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 Activity guides for detailed procedures; slides teach mechanisms.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FIVE SOFTWARE DESIGN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Specification, C foundations and safe hardware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K1/A1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Modular development and AI-assisted review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K2/A2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Controls, memory and data structures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K3/A3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Contracts, interoperability and fault 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K4/A4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User-aligned documentation and bounded extension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K5/A5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9:00 AM-6:00 PM /14 TRAINING+2 ASSESSMENT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/ two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Day1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Day2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Morning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9-11 Topic1 /2h;11-12 Topic2 /1h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9-12 Topic4 /3h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12:00-1:00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Lunch /1 hour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Lunch /1 hour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Afternoon training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1-3 Topic2 /2h;3-6 Topic3 /3h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1-4 Topic5 /3h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No assessment on Day1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WA4-5 PM / PP5-6 PM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Approved LU durations2/3/3/3/3h. Day1:8h contact;Day2:6h contact+2h assessment. Lunch excluded; brief rests within contact are not net teaching.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ICT-DES-3005-1.1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Determine basic software components according to functional and business specifications (K1/A1).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Apply software design methodologies and tools in accordance with organisational practices (K2/A2).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Select controls, elements and features to meet design objectives (K3/A3).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Examine functionality and interoperability of software components (K4/A4).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LO5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Generate detailed design documentation mapped to user specifications (K5/A5).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BEFORE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Instrument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Five WA questions and five PP tasks.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Preparation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Know requirements, controls, tools, interoperability and docs.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Conditions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Open-book and individual; no collaboration on answers.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Physical board demonstration follows the issued PP instructions.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DAY /2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&amp; Funding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Written Assessment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Day2 4:00-5:00 PM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60 minutes /5 questions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K1-K5 / open book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Practical 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Day2 5:00-6:00 PM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60 minutes /5 tasks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A1-A5 / individually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Submission &amp; competence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Follow issued paper instructions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All questions/tasks attempted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Assessor confirms competence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OPEN BOOK / INDIVIDUAL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TRAQOM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Course LMS prompt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Attendance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Assessment attendance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WA then 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 min each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Submit 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LMS / assessor direction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 record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Summary record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ACTUAL PAPERS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Five WA questions K1-K5 and five PP tasks A1-A5. Follow the assessor-issued submission instructions.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LEARNER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course material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6400800" cy="43434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6400800" cy="5486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74519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https://lms-tms.tertiaryinfotech.com/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651760"/>
            <a:ext cx="5715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2743200"/>
            <a:ext cx="5349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My course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AI-Assisted C Programming for Arduino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3566160"/>
            <a:ext cx="5715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657600"/>
            <a:ext cx="5349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Course material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Slides / Learner Guide / Activities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4480560"/>
            <a:ext cx="5715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4572000"/>
            <a:ext cx="5349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Assessment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Written Assessment / Practical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2057400"/>
            <a:ext cx="384048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Course-specific access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Use your own learner account and the verified course title.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Course material and assessment areas are distinct. Trainer answers are not learner downloads.</a:t>
            </a:r>
          </a:p>
          <a:p>
            <a:pPr algn="l">
              <a:spcAft>
                <a:spcPts val="12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Interface schematic; labels are illustrative, not a live authenticated screenshot.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5532120"/>
            <a:ext cx="3840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  <a:hlinkClick r:id="rId2"/>
              </a:rPr>
              <a:t>Open learner LMS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CLICKABLE LEARNER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Access the Hands-On Activities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Repository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Learner-safe code and mock data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Independent Activity folders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No trainer answer keys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Get a working copy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Clone OR download repository ZIP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Detailed paths in Learner Guide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Run activities on your own host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Hardware boundary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Host C tests require no board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UNO Q upload is a separate check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3.3 V-safe wiring review 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76072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  <a:hlinkClick r:id="rId2"/>
              </a:rPr>
              <a:t>https://github.com/tertiarycourses/TGS-2023039924-AI-Assisted-C-Programming-for-Arduino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CONTEXT / NOT A WIRING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Embedded C / a reviewable workbench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i-embedded-workbench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6492240" cy="365382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498079" y="1783080"/>
            <a:ext cx="3913632" cy="950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79" y="1783080"/>
            <a:ext cx="82296" cy="950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9248" y="1874519"/>
            <a:ext cx="352958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9248" y="2148840"/>
            <a:ext cx="352958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Specifications and headers define what must be built.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2834639"/>
            <a:ext cx="3913632" cy="950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79" y="2834639"/>
            <a:ext cx="82296" cy="950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9248" y="2926079"/>
            <a:ext cx="352958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9248" y="3200399"/>
            <a:ext cx="352958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Mock inputs establish repeatable acceptance boundaries.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79" y="3886200"/>
            <a:ext cx="3913632" cy="950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79" y="3886200"/>
            <a:ext cx="82296" cy="950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3977639"/>
            <a:ext cx="352958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9248" y="4251960"/>
            <a:ext cx="352958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separate physical review verifies actual wiring and behaviour.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4937759"/>
            <a:ext cx="3913632" cy="950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79" y="4937759"/>
            <a:ext cx="82296" cy="950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99248" y="5029199"/>
            <a:ext cx="352958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5303520"/>
            <a:ext cx="352958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Suggestions remain subject to human and compiler review.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080760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AI-generated conceptual illustration; generic board, not an exact UNO Q hardware reference.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CONTEXT / NOT A WIRING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UNO Q / official board illustration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uno-q-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5449379" cy="42062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498079" y="1783080"/>
            <a:ext cx="3913632" cy="950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79" y="1783080"/>
            <a:ext cx="82296" cy="950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9248" y="1874519"/>
            <a:ext cx="352958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MPU / Linux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9248" y="2148840"/>
            <a:ext cx="352958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QRB2210 runs Debian Linux applications and optional model inference.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2834639"/>
            <a:ext cx="3913632" cy="950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79" y="2834639"/>
            <a:ext cx="82296" cy="950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9248" y="2926079"/>
            <a:ext cx="352958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MCU / Arduino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9248" y="3200399"/>
            <a:ext cx="352958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STM32U585 runs the sketch and3.3 V-safe control logic.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79" y="3886200"/>
            <a:ext cx="3913632" cy="950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79" y="3886200"/>
            <a:ext cx="82296" cy="950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3977639"/>
            <a:ext cx="352958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Bridge / boundary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9248" y="4251960"/>
            <a:ext cx="352958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Value-based RPC connects the processors; validation stays on the MCU.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4937759"/>
            <a:ext cx="3913632" cy="950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79" y="4937759"/>
            <a:ext cx="82296" cy="950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99248" y="5029199"/>
            <a:ext cx="352958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Wiring authority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5303520"/>
            <a:ext cx="352958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June2026 manual; this board image is not a voltage-limit chart.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080760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Official Arduino documentation illustration; see build/source-notes.md. Current June2026 manual wins over older pinout warnings.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 /K1/A1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Specification, C foundations and safe hardware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Activities 1-3 / specifications, contracts, failure and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17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K1/A1 /MODEL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Specification becomes a component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Exact mechanism / inspect the contract, not just syntax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R1 button press -&gt; request outputs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R2 LED and buzzer share 2000 ms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R3 loop remains responsive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input: pressed, now_ms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state: active, started_ms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output: Boolean request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Separate electrical raw level from pressed intent.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Two persistent variables implement a timed interval.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Function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doorbell() has explicit inputs and return value.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1999/2000 ms tests distinguish the deadline.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K1/A1 / EXACT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Specification becomes a component contract /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786951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761347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Exact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Requirement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2202" y="2258568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0218" y="2258568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Visitor gets visible and audible feedback.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Data type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971800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971800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uint32_t timestamps; int Boolean request.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Function boundary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685032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685032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Pure logic does not configure pins.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Business limit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4398264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4398264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Buzzer driver rating is a hardware prerequisite.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 trace matrix maps R1/R2/R3 to function, test and physical output evidence.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K1/A1 / FAILURE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Specification becomes a component contract /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Ambiguous duration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Issue present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Define whether repeated presses restart the interval before coding.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Contract 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trace matrix maps R1/R2/R3 to function, test and physical output evidence.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logic evidence, target compile and physical measurement. Detailed diagnostic procedures are in the Activity guide.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K1/A1 /ARCH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UNO Q assigns work to two processors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Exact mechanism / inspect the contract, not just syntax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Debian Linux / QRB2210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Python app, optional local model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        Bridge RPC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STM32U585 / Arduino sketch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bounded control logic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3.3 V-safe MCU I/O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Linux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QRB2210 quad Cortex-A53 up to 2 GHz runs Debian Linux.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MCU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STM32U585 Cortex-M33 up to 160 MHz handles deterministic I/O.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Boundary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Bridge RPC carries explicit values, not shared raw pointers.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Core activities test C logic; local AI is an optional extension.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K1/A1 / EXACT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UNO Q assigns work to two processors /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786951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761347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Exact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ABX00162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2202" y="2258568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0218" y="2258568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2 GB RAM / 16 GB storage variant.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ABX00173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971800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971800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4 GB RAM / 32 GB storage variant.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MCU memory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685032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685032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Arduino manual states 2 MB flash / 786 kB SRAM.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Authority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4398264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4398264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Current ABX00162 manual, updated 17 June 2026.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Identify exact board variant and core/library versions in the verification record.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K1/A1 / FAILURE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UNO Q assigns work to two processors /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UNO R3 assumption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Issue present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Do not import ATmega328P, 5 V analogue or AVR memory assumptions.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Contract 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Identify exact board variant and core/library versions in the verification record.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logic evidence, target compile and physical measurement. Detailed diagnostic procedures are in the Activity guide.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K1/A1 /CONFIG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Keep analogue inputs inside their range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Exact mechanism / inspect the contract, not just syntax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A0..A5 -&gt; STM32 analogue inputs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valid voltage: GND .. VREF+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VREF+ approximately 3.3 V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D3/PB0: maximum 3.6 V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A4/A5 I2C pullups: 3.3 V only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Analogue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A0-A5 are not 5 V-tolerant analogue inputs.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special PB0 limit forbids a blanket digital 5 V rule.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Pull-ups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External I2C pull-ups must match the approved 3.3 V interface.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Power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USB PD requests 5 V/3 A; VIN range is 7-24 V.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K1/A1 / EXACT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Keep analogue inputs inside their range /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786951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761347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Exact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Signal review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2202" y="2258568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0218" y="2258568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Verify sensor output level before connecting.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Actuation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971800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971800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rated driver; never power a motor from a GPIO.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Qwiic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685032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685032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I2C4 uses PD13 SDA / PD12 SCL at 3.3 V.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Manual evidence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4398264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4398264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Consult board pinout for exact selected pin.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Trainer signs a pin/voltage/driver review before any physical upload.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K1/A1 / FAILURE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Keep analogue inputs inside their range /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Over-voltage risk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Issue present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Stop wiring; reduce or translate voltage with an approved circuit.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Contract 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Trainer signs a pin/voltage/driver review before any physical upload.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logic evidence, target compile and physical measurement. Detailed diagnostic procedures are in the Activity guide.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K1/A1 /CODE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 logic lives behind a C++ sketch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Exact mechanism / inspect the contract, not just syntax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#include "logic.h"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void setup() { /* configure I/O */ }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void loop()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int request = alarm(25, 30);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/* adapter writes request */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Language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An .ino file is compiled as Arduino C++, not pure 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 module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logic.c remains C-compatible and host-testable.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Header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extern "C" guards preserve linkage when called from C++.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Adapter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setup/loop and Arduino APIs stay in the sketch.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K1/A1 / EXACT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 logic lives behind a C++ sketch /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786951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761347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Exact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logic.c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2202" y="2258568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0218" y="2258568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C11 host compilation; no Arduino includes.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logic.h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971800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971800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Shared declarations and fixed-width types.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sketch.ino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685032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685032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C++ runtime wrapper around pure logic.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Host test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4398264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4398264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Does not prove board upload or pin behaviour.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 tests build with cc; selected-core sketch compile succeeds independently.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K1/A1 / FAILURE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 logic lives behind a C++ sketch /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Linker name mismatch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Issue present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Check header linkage guards and compile .c as C.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Contract 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 tests build with cc; selected-core sketch compile succeeds independently.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logic evidence, target compile and physical measurement. Detailed diagnostic procedures are in the Activity guide.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K1/A1 /CODE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Variables encode value and unit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Exact mechanism / inspect the contract, not just syntax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#include &lt;stdint.h&gt;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int16_t temp_tenths = 250;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uint32_t sample_ms = 1000u;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uint8_t fan_request = 0u;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const int16_t on_tenths = 300;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Unit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250 means 25.0 degrees; encode the unit in the name.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Range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int16_t supports negatives and the chosen sensor range.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Unsigned milliseconds support modular elapsed-time checks.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Constant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const describes intent, not necessarily a flash location.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30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K1/A1 / EXACT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Variables encode value and unit /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786951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761347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Exact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Temperature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2202" y="2258568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0218" y="2258568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Allowed -400..1250 tenths in integration activity.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Timestamp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971800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971800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uint32_t wraps modulo 2^32.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Request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685032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685032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0/1 only; do not use a temperature as Boolean.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Platform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4398264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4398264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sizeof(int) is target-dependent; inspect instead of assuming.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250 is displayed as 25.0 degrees only after explicit unit formatting.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31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K1/A1 / FAILURE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Variables encode value and unit /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Degrees versus counts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Issue present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Convert at the acquisition boundary; reject impossible ranges.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Contract 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250 is displayed as 25.0 degrees only after explicit unit formatting.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logic evidence, target compile and physical measurement. Detailed diagnostic procedures are in the Activity guide.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32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K1/A1 /FORMULA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Integer arithmetic needs promotion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Exact mechanism / inspect the contract, not just syntax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raw = 2048; adc_max = 4095;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numerator = raw * 255 + adc_max/2;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PWM = numerator / adc_max;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PWM = 128;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maximum numerator &lt; 2^32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Promotion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Perform multiplication in uint32_t before narrowing.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Rounding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Adding half the denominator rounds to nearest.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Clamping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Negative and over-range raw values are bounded first.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Configuration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4095 is an explicit teaching setting, not an assumed default.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33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K1/A1 / EXACT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Integer arithmetic needs promotion /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786951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761347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Exact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adc_max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2202" y="2258568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0218" y="2258568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1..65535; zero is invalid.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raw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971800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971800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Signed input clamped to 0..adc_max.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Result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685032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685032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uint8_t output 0..255.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Physical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4398264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4398264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PWM pin and frequency depend on selected core/pin.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0, midpoint, full scale and invalid denominator return 0,128,255,0.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34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K1/A1 / FAILURE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Integer arithmetic needs promotion /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Narrow overflow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Issue present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Cast the operand before multiplication, not the overflowing result.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Contract 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0, midpoint, full scale and invalid denominator return 0,128,255,0.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logic evidence, target compile and physical measurement. Detailed diagnostic procedures are in the Activity guide.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35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K1/A1 /CODE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function makes state visible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Exact mechanism / inspect the contract, not just syntax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int alarm(int temperature, int limit)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return temperature &gt;= limit;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/* caller chooses the threshold */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int request = alarm(30, 30);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Parameter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limit is passed, not read from a hidden global.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Return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Equality is defined as alarm-on.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Purity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No pin writes or logging inside the function.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Testability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same contract runs on a host and MCU.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36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K1/A1 / EXACT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function makes state visible /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786951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761347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Exact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Inputs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2202" y="2258568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0218" y="2258568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Signed whole degrees; both values share a unit.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Output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971800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971800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Exactly 0 or 1.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Side effects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685032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685032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None.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Boundary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4398264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4398264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29 below; 30 at; 31 above a limit of 30.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alarm(29,30)=0 and alarm(30,30)=1 are separate assertions.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37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K1/A1 / FAILURE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function makes state visible /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Wrong inequality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Issue present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Check equality deliberately instead of testing only far-away values.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Contract 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alarm(29,30)=0 and alarm(30,30)=1 are separate assertions.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logic evidence, target compile and physical measurement. Detailed diagnostic procedures are in the Activity guide.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38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K1/A1 /CODE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Lifetime is not the same as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Exact mechanism / inspect the contract, not just syntax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static uint32_t last_ms;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void poll(uint32_t now)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int local_request = 0;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if (due(now, &amp;last_ms, 100u))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local_request = 1;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/* local_request dies on return */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Static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last_ms persists across calls and is zero-initialised.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Automatic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local_request exists only during the function call.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Both names are private to their declaration context.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Ownership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Persistent state must have a documented reset operation.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39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K1/A1 / EXACT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Lifetime is not the same as scope /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786951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761347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Exact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Automatic storage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2202" y="2258568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0218" y="2258568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Never return the address of a local variable.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Static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971800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971800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Survives calls; can complicate test isolation.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Explicit struct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685032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685032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Preferred when multiple instances are needed.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Initialisation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4398264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4398264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Tests establish a known initial state.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Two calls retain last_ms but each call starts local_request at zero.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40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K1/A1 / FAILURE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Lifetime is not the same as scope /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Dangling pointer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Issue present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Return a value or use caller-owned storage instead of a local address.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Contract 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Two calls retain last_ms but each call starts local_request at zero.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logic evidence, target compile and physical measurement. Detailed diagnostic procedures are in the Activity guide.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41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K1/A1 /EVIDENCE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Compiler output is executable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Exact mechanism / inspect the contract, not just syntax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source .c -&gt; preprocessing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translation -&gt; object .o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linking -&gt; host executable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warnings -&gt; review gate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assertions -&gt; run-time evidence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board compile -&gt; separate target 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Preprocess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Headers and macros become a translation unit.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Compile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Types and syntax are checked per unit.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Link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External references must resolve across units.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Run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compiled binary can still implement wrong requirements.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42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K1/A1 / EXACT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Compiler output is executable evidence /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786951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761347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Exact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Host gate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2202" y="2258568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0218" y="2258568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-std=c11 -Wall -Wextra -Werror -pedantic.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Test gate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971800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971800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Nonzero exit means failed acceptance.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Board gate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685032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685032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Record board/core/library selection.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Evidence limit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4398264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4398264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Host compile is not measured hardware upload.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Every activity prints its PASS label only after all assertions execute.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43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K1/A1 / FAILURE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Compiler output is executable evidence /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Compile-only confidence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Issue present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Run boundary assertions and board-specific checks, not just syntax.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Contract 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Every activity prints its PASS label only after all assertions execute.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logic evidence, target compile and physical measurement. Detailed diagnostic procedures are in the Activity guide.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44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K1/A1 /CODE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Dynamic allocation has an explicit failure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Exact mechanism / inspect the contract, not just syntax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int *values = malloc(count * sizeof *values);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if (values == NULL) { /* safe failure */ }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/* use only within validated count */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free(values);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values = NULL;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/* core activities prefer fixed arrays */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Allocation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Heap allocation can fail even after compilation succeeds.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Bounds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Validate count and product size before allocation.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Ownership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One owner releases the allocation exactly once.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Embedded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Fixed-capacity arrays avoid allocation in the control loop.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45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K1/A1 / EXACT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Dynamic allocation has an explicit failure path /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786951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761347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Exact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Header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2202" y="2258568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0218" y="2258568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&lt;stdlib.h&gt; declares malloc/free.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Size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971800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971800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count&lt;=SIZE_MAX/sizeof *values before multiplying.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685032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685032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NULL is not a valid array to index.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realloc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4398264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4398264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a temporary pointer; preserve original on failure.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Core ring-buffer tests require no heap allocation; optional host allocation tests cover failure handling.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46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K1/A1 / FAILURE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Dynamic allocation has an explicit failure path /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Leak or double free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Issue present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Document one owner, one release and a NULL-safe failure path.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Contract 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Core ring-buffer tests require no heap allocation; optional host allocation tests cover failure handling.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logic evidence, target compile and physical measurement. Detailed diagnostic procedures are in the Activity guide.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47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K1/A1 /25 MIN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Specify and model a doorbell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Independent progressive practice /full procedures in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visitor presses a button. The LED and a low-power buzzer request remain active for 2 seconds without freezing the loop.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 logic +host tests +verification record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Host C compiler /Arduino core /mock fixtures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Five assertions pass; activation is 1 before the deadline and 0 at 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48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1 /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Specify and model a doorbell / runtime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Fixture/input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Bounded mock or adapter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contract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Units,range and freshness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C-compatible logic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Pure function/state update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Adapter/output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LED/status/request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Verify 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Host and physical gates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EXACT CONTRACT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Input pressed is 0/1; timestamp is uint32_t milliseconds. A new press restarts the 2000 ms interval; output is 0 at the deadline.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49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1 /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Specify and model a doorbell / C logic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Runnable reference extract /Arduino APIs remain in the C++ adapter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#include "logic.h"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int doorbell(uint32_t now, int pressed, uint32_t *started, int *active)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if (pressed) { *started = now; *active = 1; }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if (*active &amp;&amp; (uint32_t)(now - *started) &gt;= 2000u) *active = 0;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return *active;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Requirements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Two outputs share one time contract.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started and active persist across calls.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Rollover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Unsigned subtraction measures elapsed time.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Acceptance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Check 1999 ms and 2000 ms separately.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50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1 / PROMPT CONTRACTS / NO EXECUTION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Specify and model a doorbell / vibe-coding prompts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Design contract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Design C-compatible logic for this exact contract: Input pressed is 0/1; timestamp is uint32_t milliseconds. A new press restarts the 2000 ms interval; output is 0 at the deadline. Keep Arduino APIs in the C++ adapter.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Vibe-code implementation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Implement Specify and model a doorbell. Preserve logic.h, units and thresholds. Explain every assumption. Add independently predicted boundary tests; do not invent hardware/API evidence.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Repair from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Given the first failed assertion, explain expected versus actual, identify the smallest contract-preserving fix and add a regression test. Do not edit expected values to hide the defect.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51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1 / HOST &amp; BOARD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Specify and model a doorbell /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Five assertions pass; activation is 1 before the deadline and 0 at it. Physical-board checks remain NOT RUN until observed; use the detailed guide and record actual output separately.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Assertion fails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Compare exact inequality, unit and initial state with the fixture.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Target compile fails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selected board/core, header linkage and verified API.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Hardware not 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Record NOT RUN; host tests do not prove upload or physical actuation.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52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K1/A1 /20 MIN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Validate a GPIO truth 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Independent progressive practice /full procedures in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An active-low push button and an enable switch control a status indicator. Separate electrical level from logical meaning.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 logic +host tests +verification record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Host C compiler /Arduino core /mock fixtures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All four truth-table combinations and one invalid value pass.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53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2 /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Validate a GPIO truth table / runtime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Fixture/input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Bounded mock or adapter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contract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Units,range and freshness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C-compatible logic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Pure function/state update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Adapter/output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LED/status/request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Verify 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Host and physical gates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EXACT CONTRACT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raw_high 0 means pressed; enabled 0 always suppresses the output. Invalid levels return 0.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54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2 /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Validate a GPIO truth table / C logic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Runnable reference extract /Arduino APIs remain in the C++ adapter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#include "logic.h"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int indicator(int raw_high, int enabled)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if ((raw_high != 0 &amp;&amp; raw_high != 1) ||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 (enabled != 0 &amp;&amp; enabled != 1)) return 0;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return !raw_high &amp;&amp; enabled;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Polarity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INPUT_PULLUP changes interpretation, not the Boolean requirement.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Truth 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Four valid input combinations exhaust the 2-bit domain.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Reject an impossible raw value.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Driver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Translate returned Boolean to digitalWrite in the adapter.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55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2 / PROMPT CONTRACTS / NO EXECUTION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Validate a GPIO truth table / vibe-coding prompts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Design contract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Design C-compatible logic for this exact contract: raw_high 0 means pressed; enabled 0 always suppresses the output. Invalid levels return 0. Keep Arduino APIs in the C++ adapter.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Vibe-code implementation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Implement Validate a GPIO truth table. Preserve logic.h, units and thresholds. Explain every assumption. Add independently predicted boundary tests; do not invent hardware/API evidence.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Repair from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Given the first failed assertion, explain expected versus actual, identify the smallest contract-preserving fix and add a regression test. Do not edit expected values to hide the defect.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56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2 / HOST &amp; BOARD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Validate a GPIO truth table /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All four truth-table combinations and one invalid value pass. Physical-board checks remain NOT RUN until observed; use the detailed guide and record actual output separately.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Assertion fails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Compare exact inequality, unit and initial state with the fixture.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Target compile fails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selected board/core, header linkage and verified API.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Hardware not 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Record NOT RUN; host tests do not prove upload or physical actuation.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57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K1/A1 K3/A3 /25 MIN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Schedule events without delay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Independent progressive practice /full procedures in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status LED tick must not block sensor polling. Decide whether one periodic task is due from elapsed 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 logic +host tests +verification record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Host C compiler /Arduino core /mock fixtures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Six checks pass including rollover and invalid period.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58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3 /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Schedule events without delay / runtime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Fixture/input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Bounded mock or adapter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contract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Units,range and freshness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C-compatible logic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Pure function/state update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Adapter/output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LED/status/request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Verify 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Host and physical gates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EXACT CONTRACT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period must be nonzero and below 2^31 ms; next execution follows the actual observed timestamp (no backlog replay).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59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3 /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Schedule events without delay / C logic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Runnable reference extract /Arduino APIs remain in the C++ adapter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#include "logic.h"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int due(uint32_t now, uint32_t *last, uint32_t period)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if (period == 0u || period &gt;= 0x80000000u) return 0;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if ((uint32_t)(now - *last) &lt; period) return 0;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*last = now; return 1;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now-last is modular arithmetic.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Policy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Reset to now prevents bursts after a late loop.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Latency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Period is not an exact loop execution guarantee.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Invariant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No call may block waiting for the period.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60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3 / PROMPT CONTRACTS / NO EXECUTION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Schedule events without delay / vibe-coding prompts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Design contract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Design C-compatible logic for this exact contract: period must be nonzero and below 2^31 ms; next execution follows the actual observed timestamp (no backlog replay). Keep Arduino APIs in the C++ adapter.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Vibe-code implementation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Implement Schedule events without delay. Preserve logic.h, units and thresholds. Explain every assumption. Add independently predicted boundary tests; do not invent hardware/API evidence.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Repair from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Given the first failed assertion, explain expected versus actual, identify the smallest contract-preserving fix and add a regression test. Do not edit expected values to hide the defect.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61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3 / HOST &amp; BOARD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Schedule events without delay /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Six checks pass including rollover and invalid period. Physical-board checks remain NOT RUN until observed; use the detailed guide and record actual output separately.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Assertion fails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Compare exact inequality, unit and initial state with the fixture.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Target compile fails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selected board/core, header linkage and verified API.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Hardware not 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Record NOT RUN; host tests do not prove upload or physical actuation.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62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2 /K2/A2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Modular development and AI-assisted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Activities 4-6 / specifications, contracts, failure and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63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K2/A2 /CODE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Header guards share one declaration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Exact mechanism / inspect the contract, not just syntax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#ifndef SENSOR_LOGIC_H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#define SENSOR_LOGIC_H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#ifdef __cplusplus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extern "C"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#endif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int alarm(int temperature,int limit);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/* close extern C and guard */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Guard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Prevents duplicate declarations of types in one translation unit.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Declaration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Header specifies the callable interface.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Implementation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Function body belongs in logic.c.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Linkage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C++ caller sees C linkage only inside the guard.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64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K2/A2 / EXACT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Header guards share one declaration /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786951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761347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Exact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Include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2202" y="2258568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0218" y="2258568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Both implementation and caller include the same header.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Types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971800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971800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matching types in declaration and definition.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Constants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685032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685032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Avoid multiple mutable global definitions in a header.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Build proof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4398264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4398264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Include the header twice in the host test.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Duplicate inclusion compiles; mismatched parameter types fail the warning gate.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65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K2/A2 / FAILURE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Header guards share one declaration /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Conflicting prototypes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Issue present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Remove copied declarations; rebuild all dependent translation units.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Contract 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Duplicate inclusion compiles; mismatched parameter types fail the warning gate.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logic evidence, target compile and physical measurement. Detailed diagnostic procedures are in the Activity guide.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66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K2/A2 /MODEL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AI review is bounded by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Exact mechanism / inspect the contract, not just syntax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Input: specification + logic.h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Ask: find overflow and edge cases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Output: patch + stated assumptions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Human: compare interface and units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Compiler: strict warnings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Tests: boundaries and invalid inputs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Supply exact contracts and target constraints, not just a task name.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Require explanations tied to lines and requirements.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Privacy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Use mock sensor data; omit credentials and client identities.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Authority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assistant proposes; maintainer accepts only verified changes.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67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K2/A2 / EXACT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AI review is bounded by evidence /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786951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761347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Exact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Permitted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2202" y="2258568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0218" y="2258568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Explain, refactor and propose tests.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Forbidden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971800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971800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Silently change thresholds, units or hardware pins.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685032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685032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Save prompt, proposal, decision and test outcome.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mode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4398264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4398264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Plausible generated code can still be unsafe.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 proposed patch preserves all prior tests and adds one new boundary assertion.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68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K2/A2 / FAILURE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AI review is bounded by evidence /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Invented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Issue present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Open installed official library documentation and compile a minimal call.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Contract 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proposed patch preserves all prior tests and adds one new boundary assertion.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logic evidence, target compile and physical measurement. Detailed diagnostic procedures are in the Activity guide.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69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K2/A2 /ARCH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Separate acquisition from conversion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Exact mechanism / inspect the contract, not just syntax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analogRead(A0) -&gt; raw count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light_percent(raw, maximum)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validated percentage -&gt; Serial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host mock -&gt; same conversion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MCU wrapper -&gt; same C logic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Acquisition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Arduino API reads a hardware-dependent count.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Conversion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 logic uses an explicit maximum.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Presentation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Serial output is outside the pure function.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Calibration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percentage of ADC range is not lux.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70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K2/A2 / EXACT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Separate acquisition from conversion /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786951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761347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Exact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Raw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2202" y="2258568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0218" y="2258568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Count in a configured resolution range.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maximum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971800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971800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Explicit denominator, 1..65535.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Return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685032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685032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-1 for invalid maximum; otherwise 0..100.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Documentation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4398264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4398264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Record units at each boundary.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Mock 2048/4095 rounds to 50%; real calibration remains a separate experiment.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71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K2/A2 / FAILURE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Separate acquisition from conversion /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Sensor claim without calibration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Issue present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Label output as scaled ADC percentage, not physical light intensity.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Contract 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Mock 2048/4095 rounds to 50%; real calibration remains a separate experiment.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logic evidence, target compile and physical measurement. Detailed diagnostic procedures are in the Activity guide.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72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K2/A2 /CODE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Macros can evaluate twice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Exact mechanism / inspect the contract, not just syntax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#define BAD_MAX(a,b) ((a)&gt;(b)?(a):(b))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/* BAD_MAX(i++, 10) is unsafe */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static inline int max_int(int a,int b)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return a&gt;b ? a:b;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Expansion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macro substitutes text before compilation.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Side effect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i++ can appear in condition and selected branch.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Inline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Function arguments are evaluated once each.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Parentheses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Protect precedence but do not fix repeated evaluation.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73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K2/A2 / EXACT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Macros can evaluate twice /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786951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761347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Exact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Macro argument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2202" y="2258568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0218" y="2258568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Never pass an increment to a repeated-argument macro.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Constant macro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971800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971800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Suitable for a compile-time numeric setting.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Typed function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685032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685032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Enforces parameter and return types.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4398264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4398264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Inspect preprocessed meaning, not only the macro name.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Call max_int with precomputed values and assert one deterministic result.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74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K2/A2 / FAILURE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Macros can evaluate twice /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Surprising increment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Issue present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Replace function-like macro with a typed helper.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Contract 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Call max_int with precomputed values and assert one deterministic result.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logic evidence, target compile and physical measurement. Detailed diagnostic procedures are in the Activity guide.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75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K2/A2 /CONFIG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Preprocessor choices change the build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Exact mechanism / inspect the contract, not just syntax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#ifndef SAMPLE_PERIOD_MS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#define SAMPLE_PERIOD_MS 100u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#endif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#if SAMPLE_PERIOD_MS == 0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#error Sample period must be nonzero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#endif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Configuration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build flag can override the fallback constant.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Reject invalid configuration before runtime.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Conditional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#if selects compiled text, not a runtime branch.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Record flags in the build evidence.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76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K2/A2 / EXACT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Preprocessor choices change the build /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786951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761347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Exact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Default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2202" y="2258568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0218" y="2258568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100 milliseconds is the teaching period.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Override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971800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971800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Compiler -D is a build configuration.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Invalid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685032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685032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Zero must fail preprocessing.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Portability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4398264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4398264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No board identity is inferred from a macro alone.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Zero configuration is a negative build test; default configuration passes.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77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K2/A2 / FAILURE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Preprocessor choices change the build /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Different binaries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Issue present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Compare exact build flags when two learners observe different periods.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Contract 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Zero configuration is a negative build test; default configuration passes.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logic evidence, target compile and physical measurement. Detailed diagnostic procedures are in the Activity guide.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78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K2/A2 /CODE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Warnings expose narrowing mistakes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Exact mechanism / inspect the contract, not just syntax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uint32_t raw = 65535u;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uint32_t scaled = raw * 255u;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uint8_t request = (uint8_t)255u;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/* not: uint16_t scaled = raw*255 */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/* validate before explicit narrowing */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Intermediate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scaled needs more than 16 bits at full raw scale.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Conversion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cast can hide warnings without proving correctness.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Narrow only after proving range 0..255.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Target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Integer sizes vary; fixed-width intermediates express intent.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79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K2/A2 / EXACT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Warnings expose narrowing mistakes /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786951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761347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Exact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Maximum product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2202" y="2258568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0218" y="2258568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65535*255 = 16711425.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Result range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971800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971800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0..255 after division.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Warning gate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685032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685032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Enable strict baseline and review extra conversion warnings.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Assertion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4398264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4398264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Test maximum input, not only small values.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Maximum range computation fits uint32_t and returns 255 after scaling.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80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K2/A2 / FAILURE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Warnings expose narrowing mistakes /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Cast-as-fix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Issue present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Prove the intermediate bound before adding an explicit cast.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Contract 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Maximum range computation fits uint32_t and returns 255 after scaling.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logic evidence, target compile and physical measurement. Detailed diagnostic procedures are in the Activity guide.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81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K2/A2 /CODE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Documentation comments state contracts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Exact mechanism / inspect the contract, not just syntax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/* percent: 0..100; age: milliseconds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* returns 1 only when dry and fresh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* invalid inputs return 0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* no GPIO side effects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*/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int water_request(int percent,unsigned age,int ok);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User need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Dry soil can request watering; faults must suppress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Unit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Percentage and milliseconds are explicit.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Return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0 is safe-off, including invalid data.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Limit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request function is not a complete pump safety controller.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82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K2/A2 / EXACT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Documentation comments state contracts /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786951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761347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Exact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Header comment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2202" y="2258568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0218" y="2258568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Defines public preconditions and output.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Implementation comment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971800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971800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Explains non-obvious invariants, not syntax.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Report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685032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685032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States limits such as missing maximum runtime.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Change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4398264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4398264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Update tests and docs when threshold changes.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Documentation says &lt;30 and the 29/30 tests prove that exact inequality.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83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K2/A2 / FAILURE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Documentation comments state contracts /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Comment/code divergence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Issue present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Trace every threshold statement to the implementation and assertion.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Contract 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Documentation says &lt;30 and the 29/30 tests prove that exact inequality.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logic evidence, target compile and physical measurement. Detailed diagnostic procedures are in the Activity guide.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84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K2/A2 /CODE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Host files are not MCU storage APIs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Exact mechanism / inspect the contract, not just syntax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void read_mock(void)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FILE *fp = fopen("samples.csv","r");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if (fp == NULL) return; /* stop: no valid handle */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char line[64];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while (fgets(line,sizeof line,fp))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/* validate complete bounded record */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fclose(fp);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Host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stdio file I/O reads local mock CSV in a desktop program.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Bound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fgets limits bytes; a truncated line still needs rejection.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Error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Check open/read/close outcomes as required.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MCU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SD logging uses a board/library-specific adapter, not assumed fopen.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85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K2/A2 / EXACT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Host files are not MCU storage APIs /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786951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761347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Exact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2202" y="2258568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0218" y="2258568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Local mock data; no real personal records.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EOF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971800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971800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End-of-file differs from malformed line.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Parser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685032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685032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conversion count and permitted range.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Target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4398264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4398264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Physical SD write/readback is separate evidence.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Valid mock row parses; malformed and overlong rows fail without a GPIO side effect.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86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K2/A2 / FAILURE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Host files are not MCU storage APIs /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Partial record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Issue present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Detect missing newline/fields and reject rather than silently parse a prefix.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Contract 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Valid mock row parses; malformed and overlong rows fail without a GPIO side effect.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logic evidence, target compile and physical measurement. Detailed diagnostic procedures are in the Activity guide.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87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K2/A2 /EVIDENCE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Version evidence identifies the build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Exact mechanism / inspect the contract, not just syntax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course version: 2.0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source revision: recorded at release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board model: exact variant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core and library versions: recorded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host compiler: recorded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hardware result: NOT RUN until measured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Artifact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version label identifies course content, not target firmware SHA.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Record the reviewed revision when available.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Environment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Core/library differences can change supported APIs.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Honesty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NOT RUN is evidence of a limit, not a failure to conceal.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88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K2/A2 / EXACT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Version evidence identifies the build /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786951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761347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Exact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Host record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2202" y="2258568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0218" y="2258568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Compiler version plus test command/output.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MCU record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971800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971800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Board/core and sketch compile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Physical record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685032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685032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Wiring/photo/readback/timestamps.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Reproduction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4398264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4398264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Another learner can identify the same configuration.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 release record distinguishes generated tests, executed tests and physical measurements.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89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K2/A2 / FAILURE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Version evidence identifies the build /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Unreproducible success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Issue present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Add exact environment and input data to the verification record.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Contract 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release record distinguishes generated tests, executed tests and physical measurements.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logic evidence, target compile and physical measurement. Detailed diagnostic procedures are in the Activity guide.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90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K2/A2 /CODE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C++ references wrap caller-owned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Exact mechanism / inspect the contract, not just syntax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C586C0"/>
                </a:solidFill>
                <a:latin typeface="Consolas"/>
              </a:rPr>
              <a:t>class SensorView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const Sample&amp; sample;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public: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explicit SensorView(const Sample&amp; s):sample(s) {}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int temperature() const { return sample.temp_tenths; }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};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Reference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reference names an existing object; it is not an owning copy.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Lifetime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Caller-owned Sample must outlive SensorView.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Const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View cannot modify the referenced sample.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This lightweight C++ adapter does not replace the C core.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91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K2/A2 / EXACT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C++ references wrap caller-owned state /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786951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761347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Exact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 core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2202" y="2258568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0218" y="2258568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Sample and functions remain C-compatible.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C++ wrapper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971800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971800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Classes/references belong in .cpp or .ino, not logic.c.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Ownership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685032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685032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No allocation is required for this view.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Getter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4398264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4398264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Returns a value and documents temperature unit.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Compile wrapper as C++; keep host C modules compiled as C11.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92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K2/A2 / FAILURE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C++ references wrap caller-owned state /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Dangling reference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Issue present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Do not bind a persistent view to a local object that is about to die.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Contract 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Compile wrapper as C++; keep host C modules compiled as C11.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logic evidence, target compile and physical measurement. Detailed diagnostic procedures are in the Activity guide.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93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K2/A2 /CODE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RAII ties a resource to object lifetime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Exact mechanism / inspect the contract, not just syntax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C586C0"/>
                </a:solidFill>
                <a:latin typeface="Consolas"/>
              </a:rPr>
              <a:t>class HostFile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FILE* fp;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public: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explicit HostFile(const char* path):fp(fopen(path,"r")) {}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~HostFile() { if(fp) fclose(fp); }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HostFile(const HostFile&amp;) = delete;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HostFile&amp; operator=(const HostFile&amp;) = delete;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};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Acquire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Constructor tries to open a host file.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Release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Destructor closes an acquired resource.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Copy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Disabled copying prevents two owners closing one handle.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Host example teaches RAII, not an assumed MCU SD API.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94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K2/A2 / EXACT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RAII ties a resource to object lifetime /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786951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761347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Exact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Language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2202" y="2258568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0218" y="2258568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RAII/class/destructor are C++ concepts.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971800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971800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Constructor must expose/check unsuccessful open.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Ownership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685032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685032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One object owns the handle.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Target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4398264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4398264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actual selected SD library in board adapters.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 C++ host wrapper compiles; absence of a file is handled without a leaked handle.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95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K2/A2 / FAILURE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RAII ties a resource to object lifetime /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Double close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Issue present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one owner and disable unsafe copying; document lifetime.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Contract 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C++ host wrapper compiles; absence of a file is handled without a leaked handle.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logic evidence, target compile and physical measurement. Detailed diagnostic procedures are in the Activity guide.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96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K2/A2 /CONFIG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 and C++ compile different source contracts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Exact mechanism / inspect the contract, not just syntax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logic.c: cc -std=c11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adapter.cpp: c++ -std=c++17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logic.h: guarded extern "C"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.ino: Arduino-generated C++ translation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no classes/references/destructors in C module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Structures, pointers and functions form the hardware-independent core.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C++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References, const member functions and RAII fit thin adapters.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Linkage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extern C avoids a C++ symbol-name mismatch.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Education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Google C++ material and requested tutorials supplement, not replace assessed C.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97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K2/A2 / EXACT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 and C++ compile different source contracts /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786951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761347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Exact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Google primary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2202" y="2258568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0218" y="2258568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developers.google.com/edu/c++/getting-started.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Requested context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971800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971800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learn-cpp.org and learncpp.com learning references.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Core scope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685032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685032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All five approved software-design outcomes retained.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4398264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4398264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Compile C and C++ units with the correct tools.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The same guarded header links a separately compiled C object into a C++ caller.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98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K2/A2 / FAILURE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 and C++ compile different source contracts /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Compiling C as C++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Issue present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Do not conceal unsupported C constructs by changing source extensions.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Contract 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same guarded header links a separately compiled C object into a C++ caller.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logic evidence, target compile and physical measurement. Detailed diagnostic procedures are in the Activity guide.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99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K2/A2 K3/A3 /25 MIN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Scale an ADC reading to PWM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Independent progressive practice /full procedures in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greenhouse light monitor maps a configurable ADC range to a bounded PWM command without assuming UNO R3 ADC resolution.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 logic +host tests +verification record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Host C compiler /Arduino core /mock fixtures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Seven assertions pass; midpoint 2048/4095 maps to 128.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100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4 /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Scale an ADC reading to PWM / runtime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Fixture/input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Bounded mock or adapter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contract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Units,range and freshness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C-compatible logic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Pure function/state update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Adapter/output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LED/status/request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Verify 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Host and physical gates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EXACT CONTRACT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raw is clamped to 0..adc_max; adc_max 1..65535; result rounded to nearest 0..255. Return 0 for invalid adc_max.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101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4 /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Scale an ADC reading to PWM / C logic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Runnable reference extract /Arduino APIs remain in the C++ adapter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#include "logic.h"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uint8_t pwm_scale(int32_t raw, uint32_t adc_max)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if (adc_max == 0 || adc_max &gt; 65535u) return 0;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if (raw &lt; 0) raw = 0;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if ((uint32_t)raw &gt; adc_max) raw = (int32_t)adc_max;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return (uint8_t)(((uint32_t)raw * 255u + adc_max/2u) / adc_max);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Configuration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adc_max belongs to the selected resolution contract.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Promotion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Multiply in uint32_t, not a narrow integer.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Rounding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Half denominator implements nearest integer.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Bounds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Clamp before conversion to uint8_t.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102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4 / PROMPT CONTRACTS / NO EXECUTION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Scale an ADC reading to PWM / vibe-coding prompts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Design contract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Design C-compatible logic for this exact contract: raw is clamped to 0..adc_max; adc_max 1..65535; result rounded to nearest 0..255. Return 0 for invalid adc_max. Keep Arduino APIs in the C++ adapter.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Vibe-code implementation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Implement Scale an ADC reading to PWM. Preserve logic.h, units and thresholds. Explain every assumption. Add independently predicted boundary tests; do not invent hardware/API evidence.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Repair from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Given the first failed assertion, explain expected versus actual, identify the smallest contract-preserving fix and add a regression test. Do not edit expected values to hide the defect.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103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4 / HOST &amp; BOARD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Scale an ADC reading to PWM /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Seven assertions pass; midpoint 2048/4095 maps to 128. Physical-board checks remain NOT RUN until observed; use the detailed guide and record actual output separately.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Assertion fails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Compare exact inequality, unit and initial state with the fixture.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Target compile fails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selected board/core, header linkage and verified API.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Hardware not 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Record NOT RUN; host tests do not prove upload or physical actuation.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104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K2/A2 /25 MIN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modular sensor conversion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Independent progressive practice /full procedures in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An AI assistant proposes a light percentage conversion. Keep raw acquisition in the Arduino wrapper and pure conversion in a C module.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 logic +host tests +verification record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Host C compiler /Arduino core /mock fixtures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Five assertions pass; invalid denominator returns -1.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105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5 /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modular sensor conversion / runtime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Fixture/input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Bounded mock or adapter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contract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Units,range and freshness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C-compatible logic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Pure function/state update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Adapter/output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LED/status/request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Verify 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Host and physical gates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EXACT CONTRACT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Maximum 1..65535; clamped raw input; rounded integer percentage 0..100. No Serial, GPIO or allocation in this module.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106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5 /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modular sensor conversion / C logic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Runnable reference extract /Arduino APIs remain in the C++ adapter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#include "logic.h"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int light_percent(int raw, unsigned maximum)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if (maximum==0 || maximum&gt;65535u) return -1;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if (raw&lt;0) raw=0;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if ((unsigned)raw&gt;maximum) raw=(int)maximum;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return (int)(((unsigned)raw*100u+maximum/2u)/maximum);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Separation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Arduino acquisition supplies an integer.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Interface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Header declares the conversion contract.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AI suggestions must preserve invalid-input semantics.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Proof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Boundary tests establish scaling, not sensor calibration.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107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5 / PROMPT CONTRACTS / NO EXECUTION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Review modular sensor conversion / vibe-coding prompts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Design contract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Design C-compatible logic for this exact contract: Maximum 1..65535; clamped raw input; rounded integer percentage 0..100. No Serial, GPIO or allocation in this module. Keep Arduino APIs in the C++ adapter.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Vibe-code implementation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Implement Review modular sensor conversion. Preserve logic.h, units and thresholds. Explain every assumption. Add independently predicted boundary tests; do not invent hardware/API evidence.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Repair from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Given the first failed assertion, explain expected versus actual, identify the smallest contract-preserving fix and add a regression test. Do not edit expected values to hide the defect.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108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5 / HOST &amp; BOARD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modular sensor conversion /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Five assertions pass; invalid denominator returns -1. Physical-board checks remain NOT RUN until observed; use the detailed guide and record actual output separately.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Assertion fails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Compare exact inequality, unit and initial state with the fixture.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Target compile fails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selected board/core, header linkage and verified API.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Hardware not 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Record NOT RUN; host tests do not prove upload or physical actuation.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109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K2/A2 /20 MIN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Repair a header and build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Independent progressive practice /full procedures in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Two developers duplicate a threshold constant and introduce an incompatible function declaration. Restore one interface and guarded header.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 logic +host tests +verification record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Host C compiler /Arduino core /mock fixtures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Four assertions and duplicate-header inclusion compile successfully.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6 /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Repair a header and build contract / runtime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Fixture/input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Bounded mock or adapter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contract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Units,range and freshness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C-compatible logic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Pure function/state update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Adapter/output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LED/status/request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Verify 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Host and physical gates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EXACT CONTRACT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alarm() accepts signed whole-degree temperature and limit; equality is alarm-on. No hidden global threshold.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6 /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Repair a header and build contract / C logic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Runnable reference extract /Arduino APIs remain in the C++ adapter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#include "logic.h"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int alarm(int temperature, int limit) { return temperature &gt;= limit; 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Header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declaration is shared, not copied implementation.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Guard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Multiple includes must not redefine types.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Linkage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extern "C" guards let a C++ .ino call compiled .c.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Warnings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Treat conflicting declarations as a failed build.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112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6 / PROMPT CONTRACTS / NO EXECUTION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Repair a header and build contract / vibe-coding prompts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Design contract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Design C-compatible logic for this exact contract: alarm() accepts signed whole-degree temperature and limit; equality is alarm-on. No hidden global threshold. Keep Arduino APIs in the C++ adapter.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Vibe-code implementation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Implement Repair a header and build contract. Preserve logic.h, units and thresholds. Explain every assumption. Add independently predicted boundary tests; do not invent hardware/API evidence.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Repair from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Given the first failed assertion, explain expected versus actual, identify the smallest contract-preserving fix and add a regression test. Do not edit expected values to hide the defect.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113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6 / HOST &amp; BOARD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Repair a header and build contract /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Four assertions and duplicate-header inclusion compile successfully. Physical-board checks remain NOT RUN until observed; use the detailed guide and record actual output separately.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Assertion fails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Compare exact inequality, unit and initial state with the fixture.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Target compile fails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selected board/core, header linkage and verified API.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Hardware not 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Record NOT RUN; host tests do not prove upload or physical actuation.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DAY1 RECAP /CODE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One contract survives two targets.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Host C tests establish logic; the selected-core C++ wrapper establishes target integration. Physical behaviour still needs a board.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115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3 /K3/A3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Controls, memory and data structures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Activities 7-9 / specifications, contracts, failure and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116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K3/A3 /CODE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If-else encodes a boundary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Exact mechanism / inspect the contract, not just syntax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if (temp_tenths &gt;= 300) return 1;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if (temp_tenths &lt;= 280) return 0;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return previous != 0;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Upper 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At 30.0 degrees the fan request turns 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Lower boundary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At 28.0 degrees the request turns off.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Deadband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Between thresholds the prior state matters.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Sequence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First-match order must implement the chosen policy.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117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K3/A3 / EXACT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If-else encodes a boundary policy /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786951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761347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Exact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On threshold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2202" y="2258568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0218" y="2258568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&gt;=300 tenths.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Off threshold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971800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971800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&lt;=280 tenths.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Middle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685032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685032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281..299 retain previous state.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Reset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4398264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4398264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Initial prior state must be chosen explicitly.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300,290,280 gives on,on,off when initial state is off.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118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K3/A3 / FAILURE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If-else encodes a boundary policy /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Threshold chatter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Issue present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two thresholds rather than repeatedly comparing to 300 alone.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Contract 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300,290,280 gives on,on,off when initial state is off.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logic evidence, target compile and physical measurement. Detailed diagnostic procedures are in the Activity guide.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119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K3/A3 /CODE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Switch-case selects operating modes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Exact mechanism / inspect the contract, not just syntax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switch (mode)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case 0: return automatic_request;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case 1: return 1;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case 2: return 0;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default: return 0;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AUTO, MANUAL_ON and OFF have distinct intent.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Default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Unknown values fail off instead of inheriting a stale mode.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Return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Each branch ends without accidental fallthrough.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physical toggle encoding must map to these values explicitly.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120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K3/A3 / EXACT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Switch-case selects operating modes /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786951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761347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Exact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2202" y="2258568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0218" y="2258568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threshold/hysteresis logic.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971800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971800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Manual request on; hardware safety gate still applies.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685032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685032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Request off.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Other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4398264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4398264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Request off and record invalid mode.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All three valid modes and one unknown mode have separate tests.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121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K3/A3 / FAILURE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Switch-case selects operating modes /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Missing break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Issue present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return per branch or explicit breaks; test every branch.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Contract 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All three valid modes and one unknown mode have separate tests.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logic evidence, target compile and physical measurement. Detailed diagnostic procedures are in the Activity guide.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122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K3/A3 /CODE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For loops walk bounded arrays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Exact mechanism / inspect the contract, not just syntax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int sum=0;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for (unsigned i=0;i&lt;count;i++)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sum += values[i];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/* count must be &lt;= capacity */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Initialisation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 starts at first valid element.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Condition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i&lt;count excludes the one-past-end index.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Progress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Increment occurs once per iteration.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Invariant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count cannot exceed the allocated capacity.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123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K3/A3 / EXACT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For loops walk bounded arrays /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786951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761347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Exact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Array capacity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2202" y="2258568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0218" y="2258568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4 int elements in the ring buffer.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Valid count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971800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971800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0..4.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Empty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685032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685032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Mean returns 0 before division.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Sum bound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4398264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4398264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Four values each -1000..1000 yield -4000..4000.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Empty, two-element and full four-element buffers produce deterministic means.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124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K3/A3 / FAILURE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For loops walk bounded arrays /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Off-by-one access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Issue present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&lt;count, not &lt;=count, and test a full array.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Contract 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Empty, two-element and full four-element buffers produce deterministic means.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logic evidence, target compile and physical measurement. Detailed diagnostic procedures are in the Activity guide.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125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K3/A3 /CODE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While and do-while differ at entry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Exact mechanism / inspect the contract, not just syntax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while (available &gt; 0)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/* consume one bounded item */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available--;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do { /* one trial */ } while (retry);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while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May execute zero times when no data exists.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do-while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Always executes once before checking.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Progress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Each iteration must consume or change its termination state.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Embedded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An unbounded retry loop can starve control work.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126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K3/A3 / EXACT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While and do-while differ at entry /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786951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761347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Exact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Transport loop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2202" y="2258568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0218" y="2258568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Bound processing by bytes/time per main-loop pass.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No data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971800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971800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while must perform no read.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Retry policy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685032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685032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Maximum attempts and timeout are explicit.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Scheduler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4398264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4398264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Return control rather than wait indefinitely.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No-data, one-item and budget-exhausted cases all return to the main loop.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127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K3/A3 / FAILURE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While and do-while differ at entry /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Infinite loop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Issue present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Add a bounded attempt counter and a timeout/fault outcome.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Contract 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No-data, one-item and budget-exhausted cases all return to the main loop.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logic evidence, target compile and physical measurement. Detailed diagnostic procedures are in the Activity guide.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128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K3/A3 /CODE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Pointers require ownership and length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Exact mechanism / inspect the contract, not just syntax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void ring_push(Ring *r,int value);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int ring_mean(const Ring *r);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/* r points to a valid caller-owned Ring */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/* const blocks writes through this pointer */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Ownership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caller allocates and retains the Ring state.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Mutation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ring_push changes the pointed-to object.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Const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ring_mean promises not to modify through its parameter.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Lifetime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state must outlive each call.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129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K3/A3 / EXACT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Pointers require ownership and length /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786951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761347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Exact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Precondition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2202" y="2258568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0218" y="2258568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Pointer non-null and points to a valid initialised Ring.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Aliasing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971800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971800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Other writers must not corrupt count/next.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Array length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685032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685032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Length is not inferred from a bare pointer.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Reset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4398264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4398264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Initialise values, next and count before use.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Tests initialise Ring r={{0},0,0} before every independent scenario.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130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K3/A3 / FAILURE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Pointers require ownership and length /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Invalid pointer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Issue present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Validate at the boundary or maintain an explicit caller precondition.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Contract 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Tests initialise Ring r={{0},0,0} before every independent scenario.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logic evidence, target compile and physical measurement. Detailed diagnostic procedures are in the Activity guide.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131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K3/A3 /CODE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Ring indexing keeps memory fixed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Exact mechanism / inspect the contract, not just syntax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r-&gt;values[r-&gt;next] = value;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r-&gt;next = (r-&gt;next + 1u) % 4u;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if (r-&gt;count &lt; 4u) r-&gt;count++;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Index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next remains 0..3 after modulo.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Overwrite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fifth sample replaces the oldest slot.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Capacity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No allocation occurs as samples arrive.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Count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Count saturates at four, unlike next which wraps.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132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K3/A3 / EXACT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Ring indexing keeps memory fixed /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786951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761347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Exact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Initial state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2202" y="2258568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0218" y="2258568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next=0,count=0.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After five pushes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971800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971800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next=1,count=4.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Sequence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685032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685032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10,20,30,40,50 retains 20,30,40,50.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Mean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4398264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4398264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35 with integer division.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The fifth push leaves count four and mean35; no array index exceeds3.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133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K3/A3 / FAILURE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Ring indexing keeps memory fixed /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Uninitialised index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Issue present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Initialise the struct; assert next &lt; capacity and count &lt;= capacity.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Contract 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fifth push leaves count four and mean35; no array index exceeds3.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logic evidence, target compile and physical measurement. Detailed diagnostic procedures are in the Activity guide.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134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K3/A3 /CODE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Strings reserve a terminator byte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Exact mechanism / inspect the contract, not just syntax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char out[16];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int n = snprintf(out,sizeof out,"T=%d",250);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if (n &lt; 0 || (size_t)n &gt;= sizeof out)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return -1;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/* accepted text: T=250 */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Capacity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16 bytes includes the NUL terminator.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Return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snprintf reports the would-be length excluding NUL.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Truncation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n&gt;=capacity is rejection even if output looks partly correct.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Comparison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strcmp compares text, not pointer addresses.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135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K3/A3 / EXACT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Strings reserve a terminator byte /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786951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761347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Exact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Successful length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2202" y="2258568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0218" y="2258568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5 for T=250.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Required capacity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971800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971800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At least6 for that exact text.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Short capacity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685032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685032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3 must return truncation failure.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Caller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4398264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4398264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Never use truncated text as an accepted command.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Output equals T=250 and capacity3 returns -1.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136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K3/A3 / FAILURE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Strings reserve a terminator byte /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Missing NUL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Issue present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bounded formatting and verify complete length before transmission.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Contract 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Output equals T=250 and capacity3 returns -1.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logic evidence, target compile and physical measurement. Detailed diagnostic procedures are in the Activity guide.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137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K3/A3 /CODE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Structs package values, not wire bytes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Exact mechanism / inspect the contract, not just syntax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typedef struct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int temp_tenths;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int humidity;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uint32_t stamp;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} Sample;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/* serialize named fields explicitly */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Grouping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Fields belong to one sample contract.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Unit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Temperature and humidity use distinct units.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Padding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Compiler may insert bytes between fields.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Transport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Raw sizeof(Sample) is not a portable serial schema.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138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K3/A3 / EXACT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Structs package values, not wire bytes /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786951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761347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Exact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Temperature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2202" y="2258568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0218" y="2258568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-400..1250 tenths.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Humidity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971800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971800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0..100 percent.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Timestamp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685032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685032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uint32_t milliseconds.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CSV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4398264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4398264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Explicit field order temp_tenths,humidity.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Sample {250,60,100} formats exactly 250,60 across host and adapter.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139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K3/A3 / FAILURE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Structs package values, not wire bytes /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ABI mismatch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Issue present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Serialise fields with defined units/order rather than copying struct bytes.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Contract 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Sample {250,60,100} formats exactly 250,60 across host and adapter.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logic evidence, target compile and physical measurement. Detailed diagnostic procedures are in the Activity guide.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140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K3/A3 /CODE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Unions and bitfields need a tag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Exact mechanism / inspect the contract, not just syntax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typedef enum { VALUE_INT, VALUE_FLOAT } Kind;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typedef struct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Kind kind;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union { int whole; float fractional; } value;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} Reading;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/* read the member selected by kind */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Union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Members share storage; only the active representation is meaningful.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kind records which member the caller may interpret.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Bitfield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Layout and ordering are implementation-defined.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Portable 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Use masks 1u and2u for a defined wire byte.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141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K3/A3 / EXACT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Unions and bitfields need a tag /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786951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761347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Exact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Tagged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2202" y="2258568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0218" y="2258568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kind before interpreting value.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Unknown tag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971800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971800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Reject rather than reinterpret bytes.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Bit masks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685032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685032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bit0 fan; bit1 fault; remaining bits zero.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typedef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4398264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4398264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Names an existing type; does not allocate an object.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Status fan1/fault1 is byte3; do not assert a compiler bitfield memory layout.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142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K3/A3 / FAILURE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Unions and bitfields need a tag /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Wrong member read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Issue present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Validate the tag and convert explicitly at an interface.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Contract 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Status fan1/fault1 is byte3; do not assert a compiler bitfield memory layout.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logic evidence, target compile and physical measurement. Detailed diagnostic procedures are in the Activity guide.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143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K3/A3 /30 MIN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Implement fan modes and hysteresis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Independent progressive practice /full procedures in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server-room fan has AUTO, MANUAL_ON and OFF modes. Temperature noise around the threshold must not chatter the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 logic +host tests +verification record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Host C compiler /Arduino core /mock fixtures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Seven assertions prove threshold boundaries, retention and unknown-mode OFF.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144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7 /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Implement fan modes and hysteresis / runtime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Fixture/input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Bounded mock or adapter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contract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Units,range and freshness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C-compatible logic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Pure function/state update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Adapter/output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LED/status/request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Verify 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Host and physical gates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EXACT CONTRACT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Temperature uses tenths of degree; AUTO on at &gt;=300, off at &lt;=280, retained state between. Unknown mode fails OFF.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145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7 /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Implement fan modes and hysteresis / C logic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Runnable reference extract /Arduino APIs remain in the C++ adapter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#include "logic.h"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int fan_next(int mode, int temp_tenths, int previous)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switch (mode)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case 0: if (temp_tenths&gt;=300) return 1;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     if (temp_tenths&lt;=280) return 0;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     return previous != 0;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case 1: return 1;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case 2: return 0;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default: return 0;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}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switch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Mode chooses the control strategy.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Hysteresis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Two thresholds create stateful deadband.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Units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300 means 30.0 degrees, not ADC counts.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Fail-safe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Unknown mode explicitly disables actuation.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146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7 / PROMPT CONTRACTS / NO EXECUTION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Implement fan modes and hysteresis / vibe-coding prompts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Design contract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Design C-compatible logic for this exact contract: Temperature uses tenths of degree; AUTO on at &gt;=300, off at &lt;=280, retained state between. Unknown mode fails OFF. Keep Arduino APIs in the C++ adapter.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Vibe-code implementation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Implement Implement fan modes and hysteresis. Preserve logic.h, units and thresholds. Explain every assumption. Add independently predicted boundary tests; do not invent hardware/API evidence.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Repair from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Given the first failed assertion, explain expected versus actual, identify the smallest contract-preserving fix and add a regression test. Do not edit expected values to hide the defect.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147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7 / HOST &amp; BOARD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Implement fan modes and hysteresis /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Seven assertions prove threshold boundaries, retention and unknown-mode OFF. Physical-board checks remain NOT RUN until observed; use the detailed guide and record actual output separately.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Assertion fails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Compare exact inequality, unit and initial state with the fixture.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Target compile fails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selected board/core, header linkage and verified API.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Hardware not 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Record NOT RUN; host tests do not prove upload or physical actuation.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148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K3/A3 /30 MIN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Use an array-backed ring buffer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Independent progressive practice /full procedures in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Store the latest four environmental samples with fixed memory and compute their integer mean using a pointer to state.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 logic +host tests +verification record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Host C compiler /Arduino core /mock fixtures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Six assertions pass; fifth sample overwrites 10 and mean is 35.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149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8 /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Use an array-backed ring buffer / runtime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Fixture/input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Bounded mock or adapter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contract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Units,range and freshness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C-compatible logic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Pure function/state update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Adapter/output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LED/status/request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Verify 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Host and physical gates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EXACT CONTRACT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Buffer capacity is 4; count 0..4; next 0..3; oldest sample overwritten. Empty mean returns 0. Samples are restricted to -1000..1000.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150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8 /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Use an array-backed ring buffer / C logic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Runnable reference extract /Arduino APIs remain in the C++ adapter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#include "logic.h"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void ring_push(Ring *r, int value)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if(value &lt; -1000 || value &gt; 1000) return;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r-&gt;values[r-&gt;next] = value; r-&gt;next=(r-&gt;next+1u)%4u;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if(r-&gt;count&lt;4u) r-&gt;count++;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int ring_mean(const Ring *r)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int sum=0; if(r-&gt;count==0) return 0;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for(unsigned i=0;i&lt;r-&gt;count;i++) sum+=r-&gt;values[i];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return sum/(int)r-&gt;count;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Pointer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Mutate caller state through Ring *.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Array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Indices remain inside four allocated elements.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Bounds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Sample restriction keeps int sum safe on 16-bit hosts too.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Mean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Integer division truncates; document rounding policy.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151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8 / PROMPT CONTRACTS / NO EXECUTION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Use an array-backed ring buffer / vibe-coding prompts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Design contract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Design C-compatible logic for this exact contract: Buffer capacity is 4; count 0..4; next 0..3; oldest sample overwritten. Empty mean returns 0. Samples are restricted to -1000..1000. Keep Arduino APIs in the C++ adapter.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Vibe-code implementation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Implement Use an array-backed ring buffer. Preserve logic.h, units and thresholds. Explain every assumption. Add independently predicted boundary tests; do not invent hardware/API evidence.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Repair from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Given the first failed assertion, explain expected versus actual, identify the smallest contract-preserving fix and add a regression test. Do not edit expected values to hide the defect.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152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8 / HOST &amp; BOARD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Use an array-backed ring buffer /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Six assertions pass; fifth sample overwrites 10 and mean is 35. Physical-board checks remain NOT RUN until observed; use the detailed guide and record actual output separately.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Assertion fails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Compare exact inequality, unit and initial state with the fixture.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Target compile fails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selected board/core, header linkage and verified API.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Hardware not 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Record NOT RUN; host tests do not prove upload or physical actuation.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153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K3/A3 /25 MIN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Encode bounded status records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Independent progressive practice /full procedures in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Create a compact status byte and a human-readable record without serialising compiler-dependent struct memory.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 logic +host tests +verification record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Host C compiler /Arduino core /mock fixtures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Six assertions pass; status 3 sets only fan and fault bits; short buffer rejects truncation.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154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9 /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Encode bounded status records / runtime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Fixture/input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Bounded mock or adapter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contract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Units,range and freshness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C-compatible logic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Pure function/state update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Adapter/output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LED/status/request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Verify 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Host and physical gates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EXACT CONTRACT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Temperature text fits caller capacity; snprintf truncation returns -1. Status bit 0=fan, bit 1=fault; other bits zero.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155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9 /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Encode bounded status records / C logic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Runnable reference extract /Arduino APIs remain in the C++ adapter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#include "logic.h"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#include &lt;stdio.h&gt;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uint8_t status_flags(int fan,int fault)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return (uint8_t)((fan?1u:0u) | (fault?2u:0u));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int status_text(char *out,size_t cap,int temp)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int n=snprintf(out,cap,"T=%d",temp);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return n&lt;0 || (size_t)n&gt;=cap ? -1 : n;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String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Capacity includes terminating NUL.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Mask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Explicit bit positions define a portable byte contract.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Bitfield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 bitfield layout is not a portable wire protocol.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Truncation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partially written string is not success.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156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9 / PROMPT CONTRACTS / NO EXECUTION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Encode bounded status records / vibe-coding prompts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Design contract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Design C-compatible logic for this exact contract: Temperature text fits caller capacity; snprintf truncation returns -1. Status bit 0=fan, bit 1=fault; other bits zero. Keep Arduino APIs in the C++ adapter.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Vibe-code implementation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Implement Encode bounded status records. Preserve logic.h, units and thresholds. Explain every assumption. Add independently predicted boundary tests; do not invent hardware/API evidence.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Repair from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Given the first failed assertion, explain expected versus actual, identify the smallest contract-preserving fix and add a regression test. Do not edit expected values to hide the defect.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157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9 / HOST &amp; BOARD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Encode bounded status records /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Six assertions pass; status 3 sets only fan and fault bits; short buffer rejects truncation. Physical-board checks remain NOT RUN until observed; use the detailed guide and record actual output separately.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Assertion fails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Compare exact inequality, unit and initial state with the fixture.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Target compile fails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selected board/core, header linkage and verified API.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Hardware not 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Record NOT RUN; host tests do not prove upload or physical actuation.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158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4 /K4/A4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Contracts, interoperability and fault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Activities 10-12 / specifications, contracts, failure and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159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K4/A4 /ARCH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Serial framing precedes parsing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Exact mechanism / inspect the contract, not just syntax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bytes -&gt; fixed-capacity receive buffer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newline -&gt; complete message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overflow -&gt; discard until newline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complete line -&gt; parse_led()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accepted -&gt; bounded LED request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Framing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parser needs a complete NUL-terminated message.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Capacity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Reserve one byte for NUL and reject overflow.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Line ending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Transport removes newline/CR according to the contract.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Isolation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An invalid frame never partially controls an output.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160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K4/A4 / EXACT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Serial framing precedes parsing /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786951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761347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Exact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Legal lines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2202" y="2258568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0218" y="2258568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LED=0 and LED=1 only.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Forbidden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971800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971800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Spaces, extra fields and semicolon chaining.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Atomic failure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685032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685032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Previous state remains unchanged.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Budget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4398264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4398264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Process a bounded number of bytes per loop.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Invalid LED=1;PUMP=1 does not change the prior value.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161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K4/A4 / FAILURE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Serial framing precedes parsing /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Split/overlong command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Issue present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Accumulate complete line safely or discard the entire frame.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Contract 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Invalid LED=1;PUMP=1 does not change the prior value.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logic evidence, target compile and physical measurement. Detailed diagnostic procedures are in the Activity guide.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162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K4/A4 /CODE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 exact parser rejects extra tokens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Exact mechanism / inspect the contract, not just syntax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if (strcmp(line,"LED=0")==0)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*value=0; return 1;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if (strcmp(line,"LED=1")==0)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*value=1; return 1;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return 0;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Whole-string matching avoids accepting a dangerous prefix.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Allowlist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Only two exact commands are valid.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Return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1 accepted;0 rejected.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No assignment occurs on rejection.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163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K4/A4 / EXACT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 exact parser rejects extra tokens /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786951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761347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Exact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2202" y="2258568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0218" y="2258568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Valid NUL-terminated bounded string.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Output pointer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971800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971800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Valid caller-owned int.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Accepted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685032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685032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Sets0 or1.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Rejected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4398264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4398264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Leaves existing output unchanged.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LED=2, leading space and chained text reject while prior value7 stays7.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164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K4/A4 / FAILURE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 exact parser rejects extra tokens /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Prefix acceptance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Issue present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Replace starts-with checks with exact schema validation.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Contract 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LED=2, leading space and chained text reject while prior value7 stays7.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logic evidence, target compile and physical measurement. Detailed diagnostic procedures are in the Activity guide.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165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K4/A4 /CODE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Freshness is part of interoperability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Exact mechanism / inspect the contract, not just syntax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uint32_t age = now - sample.stamp;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int fresh = age &lt;= 5000u;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int units_ok = sample.temp_tenths &gt;= -400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        &amp;&amp; sample.temp_tenths &lt;= 1250;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/* display/log only validated sample */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Timestamp measures sample freshness, not receipt time alone.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Rollover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Unsigned subtraction supports wrap in the bounded-age context.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Unit range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Impossible converted values are rejected.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Consumer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Display and logger need the same validation contract.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166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K4/A4 / EXACT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Freshness is part of interoperability /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786951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761347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Exact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Fresh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2202" y="2258568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0218" y="2258568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Age0..5000 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Stale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971800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971800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Age5001 ms and above.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Temperature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685032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685032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-400..1250 tenths.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Humidity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4398264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4398264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0..100 percent.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5000 ms accepts;5001 rejects;2500 tenths rejects.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167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K4/A4 / FAILURE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Freshness is part of interoperability /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Stale-but-plausible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Issue present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Show a fault/stale state rather than treat old temperature as live.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Contract 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5000 ms accepts;5001 rejects;2500 tenths rejects.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logic evidence, target compile and physical measurement. Detailed diagnostic procedures are in the Activity guide.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168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K4/A4 /CONFIG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I2C contracts include electrical levels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Exact mechanism / inspect the contract, not just syntax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MCU I2C -&gt; address -&gt; peripheral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A4/A5: pullups to3.3 V only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Qwiic: I2C4 PD13/PD12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LCD address: check actual module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shared bus: unique addresses and safe levels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Bus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Matching function names do not prove matching physical connections.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Address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Module variants can use different addresses.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Voltage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Pull-ups determine bus high level.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Driver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Installed library must support the selected bus instance.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169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K4/A4 / EXACT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I2C contracts include electrical levels /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786951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761347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Exact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Before connection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2202" y="2258568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0218" y="2258568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Read peripheral voltage/interface manual.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Address evidence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971800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971800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Scan only on correctly reviewed wiring.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Display test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685032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685032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Write short known text and inspect rendering.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Interoperability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4398264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4398264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Document detection and fix, not just final success.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Record actual LCD address and measured visible text; mock tests cannot prove this.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170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K4/A4 / FAILURE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I2C contracts include electrical levels /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Blank LCD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Issue present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Check address, bus instance, pull-ups and compatible library in that order.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Contract 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Record actual LCD address and measured visible text; mock tests cannot prove this.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logic evidence, target compile and physical measurement. Detailed diagnostic procedures are in the Activity guide.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171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K4/A4 /ARCH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SD logging needs write and readback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Exact mechanism / inspect the contract, not just syntax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validated Sample -&gt; explicit CSV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logger adapter -&gt; selected SD library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write result -&gt; close/flush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readback -&gt; compare field values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storage fault -&gt; record safe degraded state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Serialisation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Write units and field order in the format spec.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call returning success is not sufficient without readback.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Resource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Bus/chip-select and library version must match hardware.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Storage loss must not freeze sensor/control work.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172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K4/A4 / EXACT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SD logging needs write and readback /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786951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761347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Exact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Schema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2202" y="2258568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0218" y="2258568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temp_tenths,humidity in the host mock.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Target API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971800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971800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Verified selected-core SD library only.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Integrity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685032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685032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rows/values and malformed data.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4398264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4398264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Host CSV formatting is distinct from actual card access.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Actual file readback contains the known sample row; otherwise report the observed fault.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173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K4/A4 / FAILURE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SD logging needs write and readback /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Logging claim without card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Issue present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Mark physical SD test NOT RUN and retain mock format evidence.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Contract 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Actual file readback contains the known sample row; otherwise report the observed fault.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logic evidence, target compile and physical measurement. Detailed diagnostic procedures are in the Activity guide.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174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K4/A4 /CODE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Fault gates must fail deterministically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Exact mechanism / inspect the contract, not just syntax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if (sensor_ok != 1) return 0;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if (moisture &lt; 0 || moisture &gt; 100) return 0;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if (age_ms &gt; 2000u) return 0;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return moisture &lt; 30;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Disconnected sensor suppresses request even when dry.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Range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Invalid percentage cannot trigger actuation.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Timeout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Freshness is an independent condition.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Limit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Pump maximum runtime requires another safety component.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175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K4/A4 / EXACT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Fault gates must fail deterministically /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786951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761347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Exact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2202" y="2258568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0218" y="2258568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29 percent requests1 if valid/fresh.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Wet boundary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971800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971800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30 percent requests0.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Stale boundary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685032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685032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2001 ms requests0.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Invalid Boolean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4398264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4398264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sensor_ok2 requests0.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Dry valid case passes; each fault independently produces0.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176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K4/A4 / FAILURE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Fault gates must fail deterministically /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Unsafe default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Issue present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Put all validation gates before the positive dry-soil branch.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Contract 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Dry valid case passes; each fault independently produces0.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logic evidence, target compile and physical measurement. Detailed diagnostic procedures are in the Activity guide.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177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K4/A4 /EVIDENCE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test oracle must be independent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Exact mechanism / inspect the contract, not just syntax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input: moisture29, age2000, ok1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requirement: dry AND fresh AND valid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expected: request1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input: moisture29, age2001, ok1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requirement: stale means safe-off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expected: request0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Oracle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Expected results come from specification, not from copying function output.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Boundary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Use neighbouring values around each inequality.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Isolation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Change one fault condition at a time.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Regression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Retain old tests when fixing a defect.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178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K4/A4 / EXACT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test oracle must be independent /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786951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761347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Exact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Positive test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2202" y="2258568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0218" y="2258568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Proves an allowed path works.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Negative test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971800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971800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Proves a forbidden path is blocked.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Mutation check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685032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685032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Change &gt;2000 to &gt;=2000 and observe boundary test failure.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Coverage limit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4398264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4398264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Passing examples do not prove all hardware safety.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At2000 ms valid dry input1; at2001 ms0 catches the off-by-one mutation.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179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K4/A4 / FAILURE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test oracle must be independent /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Tautological test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Issue present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Write expected constants from the requirement before running implementation.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Contract 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At2000 ms valid dry input1; at2001 ms0 catches the off-by-one mutation.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logic evidence, target compile and physical measurement. Detailed diagnostic procedures are in the Activity guide.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180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K4/A4 /MODEL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Functionality indicators are observable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Exact mechanism / inspect the contract, not just syntax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functional: correct output for input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timing: response within contract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data: unit/range/schema consistent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resource: bounded memory/work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fault: safe rejection and recovery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evidence: repeatable readback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Correctness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expected output must match the user requirement.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Timing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Host due checks are not physical response-time measurements.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Interoperability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Every producer/consumer agrees on units and framing.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Recovery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fault must not permanently block the main loop.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181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K4/A4 / EXACT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Functionality indicators are observable /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786951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761347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Exact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Host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2202" y="2258568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0218" y="2258568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Assertions, warning gate, deterministic fixtures.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Integration evidence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971800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971800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Known sample passes through display/log mocks.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Physical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685032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685032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Board timestamps, visible output and storage readback.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Issue report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4398264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4398264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Symptom, cause, fix and retest for at least two issues.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Verification report distinguishes logic, integration and physical evidence categories.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182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K4/A4 / FAILURE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Functionality indicators are observable /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Works-once claim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Issue present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Repeat a known case and an injected fault; retain both observed outcomes.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Contract 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Verification report distinguishes logic, integration and physical evidence categories.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logic evidence, target compile and physical measurement. Detailed diagnostic procedures are in the Activity guide.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183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K4/A4 /ARCH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Bridge RPC is a value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Exact mechanism / inspect the contract, not just syntax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#include &lt;Arduino_RouterBridge.h&gt;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Bridge.begin();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Monitor.begin(115200);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Bridge.provide_safe("set_permit", set_permit);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// Python: Bridge.call("set_permit", value, timeout=1.0)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// MCU Bridge.call returns async RpcCall; result(ref) blocks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MCU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provide_safe runs handlers safely with shared main-loop state; no nested RPC call in a callback.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Python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from arduino.app_utils import Bridge; call is synchronous and can raise timeout/connection/value errors.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Environment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APP_SOCKET and arduino-router/App Lab environment are prerequisites.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Safety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UART is routed by Zephyr; notify has no response and must not authorise actuation.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184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K4/A4 / EXACT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Bridge RPC is a value boundary /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786951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761347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Exact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Python timeout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2202" y="2258568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0218" y="2258568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Explicit1.0s, not default10s; reject timeout/error.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MCU return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971800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971800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RpcCall.result(ref) is blocking, bool success, result read once.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Handler policy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685032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685032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Validate0/1 and use a TTL lease in deterministic MCU logic.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Physical evidence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4398264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4398264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Host mock is not proof of actual RPC send/receive/readback.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Host allowlist passes first; actual RPC requires separate send/receive/readback record.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185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K4/A4 / FAILURE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Bridge RPC is a value boundary /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Assumed SDK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Issue present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Check official versioned Bridge API and compile a minimal verified example.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Contract 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Host allowlist passes first; actual RPC requires separate send/receive/readback record.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logic evidence, target compile and physical measurement. Detailed diagnostic procedures are in the Activity guide.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186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K4/A4 /30 MIN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Parse a bounded serial command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Independent progressive practice /full procedures in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Separate serial transport from a parser that accepts only LED=0 or LED=1. A model response must never become arbitrary actuator code.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 logic +host tests +verification record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Host C compiler /Arduino core /mock fixtures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Five assertions pass; invalid text preserves the previous output.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187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10 /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Parse a bounded serial command / runtime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Fixture/input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Bounded mock or adapter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contract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Units,range and freshness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C-compatible logic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Pure function/state update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Adapter/output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LED/status/request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Verify 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Host and physical gates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EXACT CONTRACT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Input is NUL-terminated exact text, line terminator removed by transport. Parser does not accept spaces, extra tokens or unbounded commands.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188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10 /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Parse a bounded serial command / C logic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Runnable reference extract /Arduino APIs remain in the C++ adapter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#include "logic.h"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#include &lt;string.h&gt;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int parse_led(const char *line,int *value)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if(strcmp(line,"LED=0")==0) { *value=0; return 1; }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if(strcmp(line,"LED=1")==0) { *value=1; return 1; }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return 0;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Framing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Transport supplies one complete bounded line.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Allowlist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Exactly two commands are legal.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Atomicity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Invalid input leaves previous value unchanged.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Injection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Semicolon chaining is rejected as a whole.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189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10 / PROMPT CONTRACTS / NO EXECUTION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Parse a bounded serial command / vibe-coding prompts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Design contract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Design C-compatible logic for this exact contract: Input is NUL-terminated exact text, line terminator removed by transport. Parser does not accept spaces, extra tokens or unbounded commands. Keep Arduino APIs in the C++ adapter.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Vibe-code implementation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Implement Parse a bounded serial command. Preserve logic.h, units and thresholds. Explain every assumption. Add independently predicted boundary tests; do not invent hardware/API evidence.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Repair from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Given the first failed assertion, explain expected versus actual, identify the smallest contract-preserving fix and add a regression test. Do not edit expected values to hide the defect.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190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10 / HOST &amp; BOARD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Parse a bounded serial command /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Five assertions pass; invalid text preserves the previous output. Physical-board checks remain NOT RUN until observed; use the detailed guide and record actual output separately.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Assertion fails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Compare exact inequality, unit and initial state with the fixture.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Target compile fails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selected board/core, header linkage and verified API.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Hardware not 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Record NOT RUN; host tests do not prove upload or physical actuation.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191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K4/A4 /35 MIN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Integrate sensor display and logging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Independent progressive practice /full procedures in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Sensor, display and logger modules exchange one explicit sample struct. Detect unit mismatch and stale timestamps before display or logging.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 logic +host tests +verification record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Host C compiler /Arduino core /mock fixtures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Seven assertions pass; 5000 ms valid, 5001 ms stale; 2500 and humidity 101 rejected.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192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11 /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Integrate sensor display and logging / runtime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Fixture/input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Bounded mock or adapter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contract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Units,range and freshness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C-compatible logic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Pure function/state update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Adapter/output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LED/status/request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Verify 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Host and physical gates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EXACT CONTRACT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Sample temperature is tenths of degree, humidity percent 0..100, timestamp ms. Valid temperature -400..1250; stale after 5000 ms.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193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11 /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Integrate sensor display and logging / C logic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Runnable reference extract /Arduino APIs remain in the C++ adapter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#include "logic.h"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#include &lt;stdio.h&gt;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int sample_valid(const Sample *s,uint32_t now)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return s-&gt;temp_tenths&gt;=-400 &amp;&amp; s-&gt;temp_tenths&lt;=1250 &amp;&amp;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s-&gt;humidity&gt;=0 &amp;&amp; s-&gt;humidity&lt;=100 &amp;&amp;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(uint32_t)(now-s-&gt;stamp)&lt;=5000u;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int sample_csv(char *out,size_t cap,const Sample *s)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int n=snprintf(out,cap,"%d,%d",s-&gt;temp_tenths,s-&gt;humidity);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return n&lt;0 || (size_t)n&gt;=cap ? -1 : n;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Units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250 denotes 25.0 degrees in every module.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Freshness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Timestamp is part of the interface, not an optional comment.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Serialisation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CSV explicitly writes values, never sizeof(struct) bytes.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Hardware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LCD address and SD bus conflicts need physical tests.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194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11 / PROMPT CONTRACTS / NO EXECUTION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Integrate sensor display and logging / vibe-coding prompts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Design contract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Design C-compatible logic for this exact contract: Sample temperature is tenths of degree, humidity percent 0..100, timestamp ms. Valid temperature -400..1250; stale after 5000 ms. Keep Arduino APIs in the C++ adapter.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Vibe-code implementation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Implement Integrate sensor display and logging. Preserve logic.h, units and thresholds. Explain every assumption. Add independently predicted boundary tests; do not invent hardware/API evidence.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Repair from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Given the first failed assertion, explain expected versus actual, identify the smallest contract-preserving fix and add a regression test. Do not edit expected values to hide the defect.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195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11 / HOST &amp; BOARD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Integrate sensor display and logging /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Seven assertions pass; 5000 ms valid, 5001 ms stale; 2500 and humidity 101 rejected. Physical-board checks remain NOT RUN until observed; use the detailed guide and record actual output separately.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Assertion fails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Compare exact inequality, unit and initial state with the fixture.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Target compile fails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selected board/core, header linkage and verified API.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Hardware not 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Record NOT RUN; host tests do not prove upload or physical actuation.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196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K4/A4 /30 MIN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fault-injection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Independent progressive practice /full procedures in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An irrigation request must fail off for stale, disconnected or invalid sensing. Test a guard separately from the pump driver.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 logic +host tests +verification record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Host C compiler /Arduino core /mock fixtures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Seven assertions pass; each injected invalid/stale condition returns OFF.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197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12 /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fault-injection gate / runtime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Fixture/input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Bounded mock or adapter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contract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Units,range and freshness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C-compatible logic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Pure function/state update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Adapter/output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LED/status/request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Verify 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Host and physical gates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EXACT CONTRACT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Moisture 0..100 percent; sensor_ok 0/1. Output is ON only below 30 with age&lt;=2000 ms and sensor_ok true; all other cases OFF.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198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12 /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fault-injection gate / C logic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Runnable reference extract /Arduino APIs remain in the C++ adapter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#include "logic.h"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int water_request(int moisture,unsigned age_ms,int sensor_ok)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if(sensor_ok!=1 || moisture&lt;0 || moisture&gt;100 || age_ms&gt;2000u) return 0;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return moisture&lt;30;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29 and 30 distinguish strict threshold.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Timeout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2001 ms is stale even if moisture is dry.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Fault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sensor_ok must be exactly 1.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Safety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This request gate does not implement maximum pump runtime.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199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12 / PROMPT CONTRACTS / NO EXECUTION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fault-injection gate / vibe-coding prompts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Design contract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Design C-compatible logic for this exact contract: Moisture 0..100 percent; sensor_ok 0/1. Output is ON only below 30 with age&lt;=2000 ms and sensor_ok true; all other cases OFF. Keep Arduino APIs in the C++ adapter.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Vibe-code implementation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Implement Build a fault-injection gate. Preserve logic.h, units and thresholds. Explain every assumption. Add independently predicted boundary tests; do not invent hardware/API evidence.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Repair from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Given the first failed assertion, explain expected versus actual, identify the smallest contract-preserving fix and add a regression test. Do not edit expected values to hide the defect.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200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12 / HOST &amp; BOARD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fault-injection gate /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Seven assertions pass; each injected invalid/stale condition returns OFF. Physical-board checks remain NOT RUN until observed; use the detailed guide and record actual output separately.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Assertion fails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Compare exact inequality, unit and initial state with the fixture.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Target compile fails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selected board/core, header linkage and verified API.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Hardware not 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Record NOT RUN; host tests do not prove upload or physical actuation.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201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CONTEXT / NOT A WIRING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Irrigation / specification before actuation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lant-watering-scenario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6492240" cy="365382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498079" y="1783080"/>
            <a:ext cx="3913632" cy="950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79" y="1783080"/>
            <a:ext cx="82296" cy="950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9248" y="1874519"/>
            <a:ext cx="352958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9248" y="2148840"/>
            <a:ext cx="352958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Moisture0..100 percent plus freshness and sensor validity.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2834639"/>
            <a:ext cx="3913632" cy="950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79" y="2834639"/>
            <a:ext cx="82296" cy="950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9248" y="2926079"/>
            <a:ext cx="352958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9248" y="3200399"/>
            <a:ext cx="352958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Below30 percent requests water only when valid and fresh.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79" y="3886200"/>
            <a:ext cx="3913632" cy="950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79" y="3886200"/>
            <a:ext cx="82296" cy="950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3977639"/>
            <a:ext cx="352958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Safety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9248" y="4251960"/>
            <a:ext cx="352958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request is not pump approval; driver and runtime limit are separate.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4937759"/>
            <a:ext cx="3913632" cy="950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79" y="4937759"/>
            <a:ext cx="82296" cy="950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99248" y="5029199"/>
            <a:ext cx="352958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5303520"/>
            <a:ext cx="352958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Fault injection must demonstrate an OFF request.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080760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AI-generated conceptual scenario illustration; not a wiring plan or measured hardware evidence.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202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5 /K5/A5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User-aligned documentation and bounded extension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Activities 13-14 / specifications, contracts, failure and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203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K5/A5 /MODEL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Trace requirements into maintenance docs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Exact mechanism / inspect the contract, not just syntax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R1 dry soil -&gt; safe_request -&gt; test29 -&gt; ON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R2 wet soil -&gt; safe_request -&gt; test30 -&gt; OFF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R3 fault/disable -&gt; guard -&gt; invalid tests -&gt; OFF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R4 hardware timing -&gt; board record -&gt; NOT RUN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R5 maintenance -&gt; header + diagram + report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Each user specification has an implementation and test reference.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Untested physical requirements remain explicitly open.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Maintenance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new developer can locate thresholds, units and interfaces.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Generated prose is reviewed against code, not accepted as authority.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204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K5/A5 / EXACT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Trace requirements into maintenance docs /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786951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761347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Exact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Annotated source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2202" y="2258568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0218" y="2258568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Why the guard exists and what units it expects.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Architecture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971800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971800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Data path, ownership and hardware boundary.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I/O specification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685032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685032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Ranges, polarity, timing and driver assumptions.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Project report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4398264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4398264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Evidence, known limits, changes and support.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R1/R2/R3 map to actual assertions; hardware requirement status remains truthful.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205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K5/A5 / FAILURE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Trace requirements into maintenance docs /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Unmapped narrative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Issue present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Add a requirement ID and evidence link to every claimed behaviour.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Contract 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R1/R2/R3 map to actual assertions; hardware requirement status remains truthful.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logic evidence, target compile and physical measurement. Detailed diagnostic procedures are in the Activity guide.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206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K5/A5 /ARCH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Architecture diagram is not a wiring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Exact mechanism / inspect the contract, not just syntax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soil sensor adapter -&gt; percentage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percentage -&gt; valid/fresh gate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gate -&gt; request policy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request -&gt; driver adapter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status -&gt; LCD/log adapters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power safety -&gt; separate approved circuit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Data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Arrows describe values and function boundaries.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Electrical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Voltage/current/wiring is documented separately.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Ownership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One module owns each input conversion and output driver.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Scenario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Illustration helps context but is not an exact board schematic.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207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K5/A5 / EXACT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Architecture diagram is not a wiring plan /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786951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761347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Exact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Sensor input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2202" y="2258568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0218" y="2258568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Raw count and conversion setting.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Logic input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971800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971800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Percentage0..100 plus freshness.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Actuator output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685032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685032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Boolean request to a rated driver.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Physical review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4398264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4398264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Exact pinout and peripheral manuals are required.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Maintainer can identify data units and unresolved power/driver checks from the docs.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208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K5/A5 / FAILURE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Architecture diagram is not a wiring plan /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Illustration as wiring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Issue present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Label AI-generated scenario imagery conceptual, not hardware reference.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Contract 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Maintainer can identify data units and unresolved power/driver checks from the docs.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logic evidence, target compile and physical measurement. Detailed diagnostic procedures are in the Activity guide.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209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K5/A5 /ARCH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Local AI proposes; deterministic C decides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Exact mechanism / inspect the contract, not just syntax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optional local model -&gt; mock/real proposal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proposal {value,confidence,age_ms}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policy: LED only, value0/1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confidence80..100, age&lt;=1000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invalid -&gt; reject (-1)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accepted -&gt; bounded MCU request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Beginner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Extension reuses simple if logic and clear data contracts.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Local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Model availability/speed are not assumed or measured here.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Safety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No shell, network, pump or arbitrary code commands.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Fallback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Mock data keeps the activity runnable without a model.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K5/A5 / EXACT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Local AI proposes; deterministic C decides /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786951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761347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Exact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2202" y="2258568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0218" y="2258568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Exactly0 or1.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Confidence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971800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971800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Teaching field80..100; not calibrated accuracy.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685032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685032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0..1000 ms.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Rejection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4398264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4398264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-1; no actuator change from an invalid proposal.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Value2,confidence79/101 and age1001 reject; boundary80/1000 accepts.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K5/A5 / FAILURE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Local AI proposes; deterministic C decides /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Untrusted natural language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Issue present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Parse into a fixed schema and validate before any MCU call.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Contract 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Value2,confidence79/101 and age1001 reject; boundary80/1000 accepts.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logic evidence, target compile and physical measurement. Detailed diagnostic procedures are in the Activity guide.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212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K5/A5 /EVIDENCE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User documentation needs honest limits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Exact mechanism / inspect the contract, not just syntax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Host logic tests: executed / pass count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MCU compile: recorded / not run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Board upload: recorded / not run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LCD and SD: observed / not run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Pump deployment: safety approval required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Local AI performance: not measured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Limit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 not convert an unrun test into a success statement.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Separation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Compile, upload, function and safety approvals differ.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Include reproduction steps and observed symptom.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Handover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client can see what remains to be verified.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213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K5/A5 / EXACT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User documentation needs honest limits /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786951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761347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Exact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Record fields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2202" y="2258568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0218" y="2258568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Date, variant, revision, tools, fixture and result.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record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971800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971800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Expected, actual, cause, fix and retest.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Privacy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685032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685032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No NRIC, credentials or private assessment answers in learner repo.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Release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4398264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4398264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Course version2.0 and dated change record.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Another trainer can reproduce host results and identify physical checks still open.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K5/A5 / FAILURE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User documentation needs honest limits /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Overclaimed completion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Issue present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Replace claims with precise executed evidence and explicit open checks.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Contract 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Another trainer can reproduce host results and identify physical checks still open.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logic evidence, target compile and physical measurement. Detailed diagnostic procedures are in the Activity guide.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215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K5/A5 /CODE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Document changes preserve the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Exact mechanism / inspect the contract, not just syntax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/* proposed change: dry threshold30 -&gt;35 */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/* update requirement R1 */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/* add tests34/35 */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/* review pump safety impacts */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/* regenerate docs and slide references */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/* versioned reviewed release */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Change request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Threshold changes start in the specification.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Regression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Retain fault and timeout tests unchanged.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Traceability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Update code, header, diagram/report and acceptance together.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Release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Slide references come from actual slide_map.json, not guessed numbers.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216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K5/A5 / EXACT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Document changes preserve the contract /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786951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761347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Exact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Before change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2202" y="2258568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0218" y="2258568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29/30 test the original boundary.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After approved change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971800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971800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34/35 test the new boundary.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Unchanged safety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685032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685032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Invalid/stale input remains off.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Documentation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4398264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4398264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Date, reason, author and evidence are recorded.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An approved change has consistent requirement, implementation, tests and version record.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217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K5/A5 / FAILURE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Document changes preserve the contract /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Docs-only threshold edit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Issue present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Do not alter documentation independently from code and acceptance tests.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Contract 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 approved change has consistent requirement, implementation, tests and version record.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logic evidence, target compile and physical measurement. Detailed diagnostic procedures are in the Activity guide.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218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K5/A5 /CONFIG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Doxygen tags document the public interface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Exact mechanism / inspect the contract, not just syntax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/** @brief Validate a watering request.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* @param moisture Percentage0..100.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* @param age_ms Sample age in milliseconds.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* @return 1 only if dry,valid,fresh;else0.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* @note No GPIO side effects;not full pump safety.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*/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Interface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Tags state units and exact return semantics.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Requirement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Add IDs linking user need to implementation and tests.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Generated docs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documentation tool formats comments; it does not prove truth.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Compare every generated claim with code and executed evidence.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219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K5/A5 / EXACT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Doxygen tags document the public interface /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786951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761347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Exact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2202" y="2258568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0218" y="2258568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Annotated logic.h and logic.c.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Output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971800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971800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Readable function documentation and source links.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Validation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685032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685032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threshold and failure policies in generated text.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Optional tool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4398264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4398264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Doxygen installation is not needed for the host C gate.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Maintenance report includes header,architecture,I/O,trace matrix and truthful unrun checks.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220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K5/A5 / FAILURE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Doxygen tags document the public interface /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Generated misinformation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Issue present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Correct source comments and regenerate; never patch only the rendered report.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Contract 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Maintenance report includes header,architecture,I/O,trace matrix and truthful unrun checks.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logic evidence, target compile and physical measurement. Detailed diagnostic procedures are in the Activity guide.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221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K5/A5 /30 MIN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Document an irrigation interface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Independent progressive practice /full procedures in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maintenance team needs annotated headers, I/O specifications, a system diagram and a report tracing user requirements to tests.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 logic +host tests +verification record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Host C compiler /Arduino core /mock fixtures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Five assertions pass; documentation contains R1/R2/R3 trace rows and NOT RUN board fields until measured.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222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13 /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Document an irrigation interface / runtime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Fixture/input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Bounded mock or adapter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contract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Units,range and freshness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C-compatible logic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Pure function/state update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Adapter/output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LED/status/request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Verify 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Host and physical gates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EXACT CONTRACT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Named requirement IDs R1/R2/R3 map to dry/wet/fault evidence. safe_request requires enabled and valid moisture; no hardware claims in documentation.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223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13 /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Document an irrigation interface / C logic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Runnable reference extract /Arduino APIs remain in the C++ adapter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#include "logic.h"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/* R1: dry soil requests water; R2: wet soil stays off.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* R3: disabled/invalid sensing fails off. Unit: percent. */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int safe_request(int enabled,int moisture)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if(enabled!=1 || moisture&lt;0 || moisture&gt;100) return 0;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return moisture&lt;30;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Header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State units, ranges, return semantics and preconditions.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Traceability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Each requirement links to code and an assertion.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Diagram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Draw data path separately from power wiring.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Handover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List known limits and evidence still requiring a board.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224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13 / PROMPT CONTRACTS / NO EXECUTION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Document an irrigation interface / vibe-coding prompts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Design contract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Design C-compatible logic for this exact contract: Named requirement IDs R1/R2/R3 map to dry/wet/fault evidence. safe_request requires enabled and valid moisture; no hardware claims in documentation. Keep Arduino APIs in the C++ adapter.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Vibe-code implementation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Implement Document an irrigation interface. Preserve logic.h, units and thresholds. Explain every assumption. Add independently predicted boundary tests; do not invent hardware/API evidence.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Repair from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Given the first failed assertion, explain expected versus actual, identify the smallest contract-preserving fix and add a regression test. Do not edit expected values to hide the defect.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225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13 / HOST &amp; BOARD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Document an irrigation interface /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Five assertions pass; documentation contains R1/R2/R3 trace rows and NOT RUN board fields until measured. Physical-board checks remain NOT RUN until observed; use the detailed guide and record actual output separately.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Assertion fails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Compare exact inequality, unit and initial state with the fixture.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Target compile fails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selected board/core, header linkage and verified API.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Hardware not 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Record NOT RUN; host tests do not prove upload or physical actuation.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226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K5/A5 K4/A4 /25 MIN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Bound a UNO Q local-AI suggestion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Independent progressive practice /full procedures in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Optional extension: a Linux-side AI model suggests a low-power LED state. C-compatible policy validates value, confidence and age before any MCU request.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 logic +host tests +verification record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Host C compiler /Arduino core /mock fixtures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Six assertions pass; all untrusted invalid or late proposals return -1.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227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14 /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Bound a UNO Q local-AI suggestion / runtime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Fixture/input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Bounded mock or adapter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contract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Units,range and freshness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C-compatible logic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Pure function/state update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Adapter/output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LED/status/request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Verify 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Host and physical gates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EXACT CONTRACT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Proposal value is 0/1; confidence integer 0..100, minimum 80; age&lt;=1000 ms. Invalid suggestion returns -1 and must not reach an actuator.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228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14 /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Bound a UNO Q local-AI suggestion / C logic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Runnable reference extract /Arduino APIs remain in the C++ adapter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#include "logic.h"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int proposal_led(int value,int confidence,unsigned age_ms)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if((value!=0 &amp;&amp; value!=1) || confidence&lt;80 || confidence&gt;100 || age_ms&gt;1000u) return -1;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return value;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Dual brain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Linux produces a proposal; STM32 enforces deterministic policy.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Confidence is a mock field, not measured model accuracy.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Allowlist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LED only; pump, shell, file and network commands forbidden.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Timeout/model absence must leave output in safe default.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229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14 / PROMPT CONTRACTS / NO EXECUTION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Bound a UNO Q local-AI suggestion / vibe-coding prompts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Design contract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Design C-compatible logic for this exact contract: Proposal value is 0/1; confidence integer 0..100, minimum 80; age&lt;=1000 ms. Invalid suggestion returns -1 and must not reach an actuator. Keep Arduino APIs in the C++ adapter.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Vibe-code implementation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Implement Bound a UNO Q local-AI suggestion. Preserve logic.h, units and thresholds. Explain every assumption. Add independently predicted boundary tests; do not invent hardware/API evidence.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Repair from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Given the first failed assertion, explain expected versus actual, identify the smallest contract-preserving fix and add a regression test. Do not edit expected values to hide the defect.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230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14 / HOST &amp; BOARD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Bound a UNO Q local-AI suggestion /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Six assertions pass; all untrusted invalid or late proposals return -1. Physical-board checks remain NOT RUN until observed; use the detailed guide and record actual output separately.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Assertion fails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Compare exact inequality, unit and initial state with the fixture.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Target compile fails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selected board/core, header linkage and verified API.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Hardware not 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Record NOT RUN; host tests do not prove upload or physical actuation.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231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ACTIVITY4 /FORMULA / MOCK FIXTURE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ADC scaling / deterministic fixture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These are calculated host fixture values for adc_max4095, not measured board output or a claimed default ADC resolution.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232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ACTIVITY8 /EVIDENCE / MOCK FIXTURE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Ring buffer / latest four samples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After the fifth push the oldest10 is overwritten. Remaining20,30,40,50 average35. This is a host calculation, not hardware timing.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233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REQUIREMENTS 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Determine basic software components according to functional and business specifications (K1/A1).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Apply software design methodologies and tools in accordance with organisational practices (K2/A2).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Select controls, elements and features to meet design objectives (K3/A3).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Examine functionality and interoperability of software components (K4/A4).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LO5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Generate detailed design documentation mapped to user specifications (K5/A5).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234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LEARNER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course material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6400800" cy="43434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6400800" cy="5486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74519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https://lms-tms.tertiaryinfotech.com/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651760"/>
            <a:ext cx="5715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2743200"/>
            <a:ext cx="5349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My course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AI-Assisted C Programming for Arduino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3566160"/>
            <a:ext cx="5715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657600"/>
            <a:ext cx="5349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Course material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Slides / Learner Guide / Activities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4480560"/>
            <a:ext cx="5715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4572000"/>
            <a:ext cx="5349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Assessment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Written Assessment / Practical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2057400"/>
            <a:ext cx="384048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Course-specific access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Use your own learner account and the verified course title.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Course material and assessment areas are distinct. Trainer answers are not learner downloads.</a:t>
            </a:r>
          </a:p>
          <a:p>
            <a:pPr algn="l">
              <a:spcAft>
                <a:spcPts val="12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Interface schematic; labels are illustrative, not a live authenticated screenshot.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235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5532120"/>
            <a:ext cx="3840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  <a:hlinkClick r:id="rId2"/>
              </a:rPr>
              <a:t>Open learner LMS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DAY /2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/ final reminder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Written Assessment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Day2 4:00-5:00 PM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60 minutes /5 questions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K1-K5 / open book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Practical 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Day2 5:00-6:00 PM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60 minutes /5 tasks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A1-A5 / individually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Submission &amp; competence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Follow issued paper instructions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All questions/tasks attempted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Assessor confirms competence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236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OPEN BOOK / INDIVIDUAL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TRAQOM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Course LMS prompt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Attendance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Assessment attendance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WA then 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 min each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Submit 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LMS / assessor direction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 record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Summary record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ACTUAL PAPERS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Five WA questions K1-K5 and five PP tasks A1-A5. Follow the assessor-issued submission instructions.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237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MANDATORY LEARNER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TRAQOM / SSG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 the course-specific digital attendance prompt supplied on the LMS.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Assessment attendance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 the separate assessment attendance record when directed.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Your identity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 only your own learner record; do not share sign-in details.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Trainer support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Ask the trainer if the course/session identity does not match.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238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TERTIARY INFOTECH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Keep specifications, C contracts, tests and user documentation aligned.
enquiry@tertiaryinfotech.com / +65 6100 0613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AI-Assisted-C-Programming-for-Arduino  ·  TGS-2023039924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239</a:t>
            </a:r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